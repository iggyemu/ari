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0"/>
  </p:notesMasterIdLst>
  <p:handoutMasterIdLst>
    <p:handoutMasterId r:id="rId41"/>
  </p:handoutMasterIdLst>
  <p:sldIdLst>
    <p:sldId id="256" r:id="rId5"/>
    <p:sldId id="300" r:id="rId6"/>
    <p:sldId id="257" r:id="rId7"/>
    <p:sldId id="272" r:id="rId8"/>
    <p:sldId id="273" r:id="rId9"/>
    <p:sldId id="258" r:id="rId10"/>
    <p:sldId id="275" r:id="rId11"/>
    <p:sldId id="295" r:id="rId12"/>
    <p:sldId id="282" r:id="rId13"/>
    <p:sldId id="298" r:id="rId14"/>
    <p:sldId id="299" r:id="rId15"/>
    <p:sldId id="277" r:id="rId16"/>
    <p:sldId id="303" r:id="rId17"/>
    <p:sldId id="278" r:id="rId18"/>
    <p:sldId id="260" r:id="rId19"/>
    <p:sldId id="268" r:id="rId20"/>
    <p:sldId id="276" r:id="rId21"/>
    <p:sldId id="279" r:id="rId22"/>
    <p:sldId id="280" r:id="rId23"/>
    <p:sldId id="281" r:id="rId24"/>
    <p:sldId id="283" r:id="rId25"/>
    <p:sldId id="296" r:id="rId26"/>
    <p:sldId id="284" r:id="rId27"/>
    <p:sldId id="285" r:id="rId28"/>
    <p:sldId id="297" r:id="rId29"/>
    <p:sldId id="286" r:id="rId30"/>
    <p:sldId id="288" r:id="rId31"/>
    <p:sldId id="265" r:id="rId32"/>
    <p:sldId id="302" r:id="rId33"/>
    <p:sldId id="287" r:id="rId34"/>
    <p:sldId id="292" r:id="rId35"/>
    <p:sldId id="293" r:id="rId36"/>
    <p:sldId id="294" r:id="rId37"/>
    <p:sldId id="290" r:id="rId38"/>
    <p:sldId id="301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C4B1ED-7029-404F-9507-9BDCEFBBB81C}" v="173" dt="2026-10-19T01:57:40.795"/>
  </p1510:revLst>
</p1510:revInfo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6" autoAdjust="0"/>
    <p:restoredTop sz="94645" autoAdjust="0"/>
  </p:normalViewPr>
  <p:slideViewPr>
    <p:cSldViewPr snapToGrid="0">
      <p:cViewPr varScale="1">
        <p:scale>
          <a:sx n="164" d="100"/>
          <a:sy n="164" d="100"/>
        </p:scale>
        <p:origin x="2316" y="144"/>
      </p:cViewPr>
      <p:guideLst/>
    </p:cSldViewPr>
  </p:slideViewPr>
  <p:outlineViewPr>
    <p:cViewPr>
      <p:scale>
        <a:sx n="33" d="100"/>
        <a:sy n="33" d="100"/>
      </p:scale>
      <p:origin x="0" y="-742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386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commentAuthors" Target="commentAuthors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anna Marray (LPA Student)" userId="24612354-8c1c-44a3-93af-2c805b70f251" providerId="ADAL" clId="{3B823EBE-DA4A-4027-BF1F-3EF8D0194199}"/>
    <pc:docChg chg="undo custSel addSld delSld modSld sldOrd">
      <pc:chgData name="Arianna Marray (LPA Student)" userId="24612354-8c1c-44a3-93af-2c805b70f251" providerId="ADAL" clId="{3B823EBE-DA4A-4027-BF1F-3EF8D0194199}" dt="2026-10-19T01:58:02.495" v="1929" actId="1076"/>
      <pc:docMkLst>
        <pc:docMk/>
      </pc:docMkLst>
      <pc:sldChg chg="modTransition">
        <pc:chgData name="Arianna Marray (LPA Student)" userId="24612354-8c1c-44a3-93af-2c805b70f251" providerId="ADAL" clId="{3B823EBE-DA4A-4027-BF1F-3EF8D0194199}" dt="2026-10-04T02:08:56.043" v="805"/>
        <pc:sldMkLst>
          <pc:docMk/>
          <pc:sldMk cId="2259308896" sldId="256"/>
        </pc:sldMkLst>
      </pc:sldChg>
      <pc:sldChg chg="modTransition">
        <pc:chgData name="Arianna Marray (LPA Student)" userId="24612354-8c1c-44a3-93af-2c805b70f251" providerId="ADAL" clId="{3B823EBE-DA4A-4027-BF1F-3EF8D0194199}" dt="2026-10-04T02:09:01.355" v="806"/>
        <pc:sldMkLst>
          <pc:docMk/>
          <pc:sldMk cId="1325608595" sldId="257"/>
        </pc:sldMkLst>
      </pc:sldChg>
      <pc:sldChg chg="addSp modSp mod modTransition">
        <pc:chgData name="Arianna Marray (LPA Student)" userId="24612354-8c1c-44a3-93af-2c805b70f251" providerId="ADAL" clId="{3B823EBE-DA4A-4027-BF1F-3EF8D0194199}" dt="2026-10-04T20:09:20.216" v="1360" actId="1076"/>
        <pc:sldMkLst>
          <pc:docMk/>
          <pc:sldMk cId="1639799154" sldId="258"/>
        </pc:sldMkLst>
        <pc:spChg chg="mod">
          <ac:chgData name="Arianna Marray (LPA Student)" userId="24612354-8c1c-44a3-93af-2c805b70f251" providerId="ADAL" clId="{3B823EBE-DA4A-4027-BF1F-3EF8D0194199}" dt="2026-10-03T02:02:27.045" v="5"/>
          <ac:spMkLst>
            <pc:docMk/>
            <pc:sldMk cId="1639799154" sldId="258"/>
            <ac:spMk id="2" creationId="{8C543F67-9C70-4748-8C0C-3A7863422F99}"/>
          </ac:spMkLst>
        </pc:spChg>
        <pc:spChg chg="mod">
          <ac:chgData name="Arianna Marray (LPA Student)" userId="24612354-8c1c-44a3-93af-2c805b70f251" providerId="ADAL" clId="{3B823EBE-DA4A-4027-BF1F-3EF8D0194199}" dt="2026-10-03T02:01:13.731" v="3"/>
          <ac:spMkLst>
            <pc:docMk/>
            <pc:sldMk cId="1639799154" sldId="258"/>
            <ac:spMk id="3" creationId="{95B371F2-DBA5-415A-82C8-651F587B857A}"/>
          </ac:spMkLst>
        </pc:spChg>
        <pc:picChg chg="add">
          <ac:chgData name="Arianna Marray (LPA Student)" userId="24612354-8c1c-44a3-93af-2c805b70f251" providerId="ADAL" clId="{3B823EBE-DA4A-4027-BF1F-3EF8D0194199}" dt="2026-10-03T02:01:46.548" v="4"/>
          <ac:picMkLst>
            <pc:docMk/>
            <pc:sldMk cId="1639799154" sldId="258"/>
            <ac:picMk id="6" creationId="{58506AA0-B338-DC61-F5B0-4E52CF3F5E87}"/>
          </ac:picMkLst>
        </pc:picChg>
        <pc:picChg chg="add mod">
          <ac:chgData name="Arianna Marray (LPA Student)" userId="24612354-8c1c-44a3-93af-2c805b70f251" providerId="ADAL" clId="{3B823EBE-DA4A-4027-BF1F-3EF8D0194199}" dt="2026-10-04T20:09:20.216" v="1360" actId="1076"/>
          <ac:picMkLst>
            <pc:docMk/>
            <pc:sldMk cId="1639799154" sldId="258"/>
            <ac:picMk id="8" creationId="{F22A815C-8383-CD49-3609-63538ECA5377}"/>
          </ac:picMkLst>
        </pc:picChg>
      </pc:sldChg>
      <pc:sldChg chg="addSp delSp modSp mod modTransition">
        <pc:chgData name="Arianna Marray (LPA Student)" userId="24612354-8c1c-44a3-93af-2c805b70f251" providerId="ADAL" clId="{3B823EBE-DA4A-4027-BF1F-3EF8D0194199}" dt="2026-10-19T01:58:02.495" v="1929" actId="1076"/>
        <pc:sldMkLst>
          <pc:docMk/>
          <pc:sldMk cId="4212917468" sldId="260"/>
        </pc:sldMkLst>
        <pc:graphicFrameChg chg="mod">
          <ac:chgData name="Arianna Marray (LPA Student)" userId="24612354-8c1c-44a3-93af-2c805b70f251" providerId="ADAL" clId="{3B823EBE-DA4A-4027-BF1F-3EF8D0194199}" dt="2026-10-03T02:31:38.032" v="23"/>
          <ac:graphicFrameMkLst>
            <pc:docMk/>
            <pc:sldMk cId="4212917468" sldId="260"/>
            <ac:graphicFrameMk id="22" creationId="{633087BA-06D0-6FB3-6A93-C3860A595F9E}"/>
          </ac:graphicFrameMkLst>
        </pc:graphicFrameChg>
        <pc:picChg chg="add">
          <ac:chgData name="Arianna Marray (LPA Student)" userId="24612354-8c1c-44a3-93af-2c805b70f251" providerId="ADAL" clId="{3B823EBE-DA4A-4027-BF1F-3EF8D0194199}" dt="2026-10-03T02:12:39.625" v="17"/>
          <ac:picMkLst>
            <pc:docMk/>
            <pc:sldMk cId="4212917468" sldId="260"/>
            <ac:picMk id="4" creationId="{EA49A607-1BE1-04A1-F75B-58D5B95778E1}"/>
          </ac:picMkLst>
        </pc:picChg>
        <pc:picChg chg="add">
          <ac:chgData name="Arianna Marray (LPA Student)" userId="24612354-8c1c-44a3-93af-2c805b70f251" providerId="ADAL" clId="{3B823EBE-DA4A-4027-BF1F-3EF8D0194199}" dt="2026-10-03T02:18:20.751" v="20"/>
          <ac:picMkLst>
            <pc:docMk/>
            <pc:sldMk cId="4212917468" sldId="260"/>
            <ac:picMk id="6" creationId="{3FDCC016-E28A-1F2A-DCD6-9D08D05C9F9E}"/>
          </ac:picMkLst>
        </pc:picChg>
        <pc:picChg chg="add">
          <ac:chgData name="Arianna Marray (LPA Student)" userId="24612354-8c1c-44a3-93af-2c805b70f251" providerId="ADAL" clId="{3B823EBE-DA4A-4027-BF1F-3EF8D0194199}" dt="2026-10-03T02:21:20.039" v="22"/>
          <ac:picMkLst>
            <pc:docMk/>
            <pc:sldMk cId="4212917468" sldId="260"/>
            <ac:picMk id="9" creationId="{9AC5650A-764D-4C7F-1DCA-45C488CDA7F9}"/>
          </ac:picMkLst>
        </pc:picChg>
        <pc:picChg chg="add mod">
          <ac:chgData name="Arianna Marray (LPA Student)" userId="24612354-8c1c-44a3-93af-2c805b70f251" providerId="ADAL" clId="{3B823EBE-DA4A-4027-BF1F-3EF8D0194199}" dt="2026-10-04T20:08:29.343" v="1343" actId="1076"/>
          <ac:picMkLst>
            <pc:docMk/>
            <pc:sldMk cId="4212917468" sldId="260"/>
            <ac:picMk id="10" creationId="{4F554C8D-A39B-06AB-39A0-8FB84C887191}"/>
          </ac:picMkLst>
        </pc:picChg>
        <pc:picChg chg="add mod">
          <ac:chgData name="Arianna Marray (LPA Student)" userId="24612354-8c1c-44a3-93af-2c805b70f251" providerId="ADAL" clId="{3B823EBE-DA4A-4027-BF1F-3EF8D0194199}" dt="2026-10-19T01:58:02.495" v="1929" actId="1076"/>
          <ac:picMkLst>
            <pc:docMk/>
            <pc:sldMk cId="4212917468" sldId="260"/>
            <ac:picMk id="12" creationId="{6D2D2CB4-F635-A8D4-6A40-8E8F57384991}"/>
          </ac:picMkLst>
        </pc:picChg>
        <pc:picChg chg="add mod">
          <ac:chgData name="Arianna Marray (LPA Student)" userId="24612354-8c1c-44a3-93af-2c805b70f251" providerId="ADAL" clId="{3B823EBE-DA4A-4027-BF1F-3EF8D0194199}" dt="2026-10-04T20:08:41.167" v="1346" actId="1076"/>
          <ac:picMkLst>
            <pc:docMk/>
            <pc:sldMk cId="4212917468" sldId="260"/>
            <ac:picMk id="13" creationId="{BD281D4B-3A7B-6E6F-1A66-48AEB594F370}"/>
          </ac:picMkLst>
        </pc:picChg>
        <pc:picChg chg="add del mod">
          <ac:chgData name="Arianna Marray (LPA Student)" userId="24612354-8c1c-44a3-93af-2c805b70f251" providerId="ADAL" clId="{3B823EBE-DA4A-4027-BF1F-3EF8D0194199}" dt="2026-10-19T01:57:48.890" v="1927" actId="478"/>
          <ac:picMkLst>
            <pc:docMk/>
            <pc:sldMk cId="4212917468" sldId="260"/>
            <ac:picMk id="15" creationId="{3D9F54F3-336B-025F-CAD7-BF7371A6C1D5}"/>
          </ac:picMkLst>
        </pc:picChg>
      </pc:sldChg>
      <pc:sldChg chg="addSp modSp mod ord modTransition">
        <pc:chgData name="Arianna Marray (LPA Student)" userId="24612354-8c1c-44a3-93af-2c805b70f251" providerId="ADAL" clId="{3B823EBE-DA4A-4027-BF1F-3EF8D0194199}" dt="2026-10-04T20:06:05.526" v="1313" actId="1076"/>
        <pc:sldMkLst>
          <pc:docMk/>
          <pc:sldMk cId="2563119616" sldId="265"/>
        </pc:sldMkLst>
        <pc:spChg chg="mod">
          <ac:chgData name="Arianna Marray (LPA Student)" userId="24612354-8c1c-44a3-93af-2c805b70f251" providerId="ADAL" clId="{3B823EBE-DA4A-4027-BF1F-3EF8D0194199}" dt="2026-10-03T02:07:04.668" v="10"/>
          <ac:spMkLst>
            <pc:docMk/>
            <pc:sldMk cId="2563119616" sldId="265"/>
            <ac:spMk id="4" creationId="{950677C9-3E42-427F-93B8-526692906471}"/>
          </ac:spMkLst>
        </pc:spChg>
        <pc:spChg chg="mod">
          <ac:chgData name="Arianna Marray (LPA Student)" userId="24612354-8c1c-44a3-93af-2c805b70f251" providerId="ADAL" clId="{3B823EBE-DA4A-4027-BF1F-3EF8D0194199}" dt="2026-10-03T02:09:12.140" v="13"/>
          <ac:spMkLst>
            <pc:docMk/>
            <pc:sldMk cId="2563119616" sldId="265"/>
            <ac:spMk id="5" creationId="{BDB9D020-1E25-453D-83DF-1420ACD3968D}"/>
          </ac:spMkLst>
        </pc:spChg>
        <pc:picChg chg="add">
          <ac:chgData name="Arianna Marray (LPA Student)" userId="24612354-8c1c-44a3-93af-2c805b70f251" providerId="ADAL" clId="{3B823EBE-DA4A-4027-BF1F-3EF8D0194199}" dt="2026-10-03T02:07:25.503" v="11"/>
          <ac:picMkLst>
            <pc:docMk/>
            <pc:sldMk cId="2563119616" sldId="265"/>
            <ac:picMk id="3" creationId="{2EC49D44-5985-1A98-FCC6-18C611F11C0D}"/>
          </ac:picMkLst>
        </pc:picChg>
        <pc:picChg chg="add">
          <ac:chgData name="Arianna Marray (LPA Student)" userId="24612354-8c1c-44a3-93af-2c805b70f251" providerId="ADAL" clId="{3B823EBE-DA4A-4027-BF1F-3EF8D0194199}" dt="2026-10-03T02:10:03.793" v="14"/>
          <ac:picMkLst>
            <pc:docMk/>
            <pc:sldMk cId="2563119616" sldId="265"/>
            <ac:picMk id="6" creationId="{7EE9EAC3-13C2-A54E-6B6C-DEB6F81B603B}"/>
          </ac:picMkLst>
        </pc:picChg>
        <pc:picChg chg="add mod">
          <ac:chgData name="Arianna Marray (LPA Student)" userId="24612354-8c1c-44a3-93af-2c805b70f251" providerId="ADAL" clId="{3B823EBE-DA4A-4027-BF1F-3EF8D0194199}" dt="2026-10-04T20:06:05.526" v="1313" actId="1076"/>
          <ac:picMkLst>
            <pc:docMk/>
            <pc:sldMk cId="2563119616" sldId="265"/>
            <ac:picMk id="10" creationId="{2F98835F-9824-05F6-4CA4-AD327129410F}"/>
          </ac:picMkLst>
        </pc:picChg>
      </pc:sldChg>
      <pc:sldChg chg="modTransition">
        <pc:chgData name="Arianna Marray (LPA Student)" userId="24612354-8c1c-44a3-93af-2c805b70f251" providerId="ADAL" clId="{3B823EBE-DA4A-4027-BF1F-3EF8D0194199}" dt="2026-10-04T02:10:27.494" v="814"/>
        <pc:sldMkLst>
          <pc:docMk/>
          <pc:sldMk cId="3103683689" sldId="268"/>
        </pc:sldMkLst>
      </pc:sldChg>
      <pc:sldChg chg="modTransition">
        <pc:chgData name="Arianna Marray (LPA Student)" userId="24612354-8c1c-44a3-93af-2c805b70f251" providerId="ADAL" clId="{3B823EBE-DA4A-4027-BF1F-3EF8D0194199}" dt="2026-10-04T02:09:07.608" v="807"/>
        <pc:sldMkLst>
          <pc:docMk/>
          <pc:sldMk cId="2501041532" sldId="272"/>
        </pc:sldMkLst>
      </pc:sldChg>
      <pc:sldChg chg="addSp modSp modTransition">
        <pc:chgData name="Arianna Marray (LPA Student)" userId="24612354-8c1c-44a3-93af-2c805b70f251" providerId="ADAL" clId="{3B823EBE-DA4A-4027-BF1F-3EF8D0194199}" dt="2026-10-04T02:08:46.227" v="804"/>
        <pc:sldMkLst>
          <pc:docMk/>
          <pc:sldMk cId="2819577886" sldId="273"/>
        </pc:sldMkLst>
        <pc:spChg chg="mod">
          <ac:chgData name="Arianna Marray (LPA Student)" userId="24612354-8c1c-44a3-93af-2c805b70f251" providerId="ADAL" clId="{3B823EBE-DA4A-4027-BF1F-3EF8D0194199}" dt="2026-10-03T01:57:55.825" v="0"/>
          <ac:spMkLst>
            <pc:docMk/>
            <pc:sldMk cId="2819577886" sldId="273"/>
            <ac:spMk id="5" creationId="{090BC6E7-4694-D226-AE1D-EC0AA9ACD5CE}"/>
          </ac:spMkLst>
        </pc:spChg>
        <pc:spChg chg="mod">
          <ac:chgData name="Arianna Marray (LPA Student)" userId="24612354-8c1c-44a3-93af-2c805b70f251" providerId="ADAL" clId="{3B823EBE-DA4A-4027-BF1F-3EF8D0194199}" dt="2026-10-03T01:58:27.298" v="1"/>
          <ac:spMkLst>
            <pc:docMk/>
            <pc:sldMk cId="2819577886" sldId="273"/>
            <ac:spMk id="51" creationId="{BC1C6AA9-DC5B-EF9C-8A42-5F7467D89A18}"/>
          </ac:spMkLst>
        </pc:spChg>
        <pc:picChg chg="add">
          <ac:chgData name="Arianna Marray (LPA Student)" userId="24612354-8c1c-44a3-93af-2c805b70f251" providerId="ADAL" clId="{3B823EBE-DA4A-4027-BF1F-3EF8D0194199}" dt="2026-10-03T01:59:53.247" v="2"/>
          <ac:picMkLst>
            <pc:docMk/>
            <pc:sldMk cId="2819577886" sldId="273"/>
            <ac:picMk id="7" creationId="{7BC2F220-822B-839D-87E1-36FD174FD406}"/>
          </ac:picMkLst>
        </pc:picChg>
      </pc:sldChg>
      <pc:sldChg chg="addSp modSp modTransition">
        <pc:chgData name="Arianna Marray (LPA Student)" userId="24612354-8c1c-44a3-93af-2c805b70f251" providerId="ADAL" clId="{3B823EBE-DA4A-4027-BF1F-3EF8D0194199}" dt="2026-10-18T18:49:57.945" v="1546"/>
        <pc:sldMkLst>
          <pc:docMk/>
          <pc:sldMk cId="4292537794" sldId="275"/>
        </pc:sldMkLst>
        <pc:spChg chg="mod">
          <ac:chgData name="Arianna Marray (LPA Student)" userId="24612354-8c1c-44a3-93af-2c805b70f251" providerId="ADAL" clId="{3B823EBE-DA4A-4027-BF1F-3EF8D0194199}" dt="2026-10-03T02:03:18.560" v="6"/>
          <ac:spMkLst>
            <pc:docMk/>
            <pc:sldMk cId="4292537794" sldId="275"/>
            <ac:spMk id="2" creationId="{BC652607-79F4-9A91-3A0B-429BDED9CA50}"/>
          </ac:spMkLst>
        </pc:spChg>
        <pc:spChg chg="mod">
          <ac:chgData name="Arianna Marray (LPA Student)" userId="24612354-8c1c-44a3-93af-2c805b70f251" providerId="ADAL" clId="{3B823EBE-DA4A-4027-BF1F-3EF8D0194199}" dt="2026-10-03T02:04:44.219" v="7"/>
          <ac:spMkLst>
            <pc:docMk/>
            <pc:sldMk cId="4292537794" sldId="275"/>
            <ac:spMk id="5" creationId="{CAE2AC3F-3A0B-14BC-D93E-2AF099DC21CD}"/>
          </ac:spMkLst>
        </pc:spChg>
        <pc:picChg chg="add">
          <ac:chgData name="Arianna Marray (LPA Student)" userId="24612354-8c1c-44a3-93af-2c805b70f251" providerId="ADAL" clId="{3B823EBE-DA4A-4027-BF1F-3EF8D0194199}" dt="2026-10-03T02:05:11.478" v="8"/>
          <ac:picMkLst>
            <pc:docMk/>
            <pc:sldMk cId="4292537794" sldId="275"/>
            <ac:picMk id="3" creationId="{D9A43509-4461-72A6-6274-76E7138907E6}"/>
          </ac:picMkLst>
        </pc:picChg>
      </pc:sldChg>
      <pc:sldChg chg="addSp delSp modSp mod ord modTransition">
        <pc:chgData name="Arianna Marray (LPA Student)" userId="24612354-8c1c-44a3-93af-2c805b70f251" providerId="ADAL" clId="{3B823EBE-DA4A-4027-BF1F-3EF8D0194199}" dt="2026-10-04T20:06:34.793" v="1319" actId="1076"/>
        <pc:sldMkLst>
          <pc:docMk/>
          <pc:sldMk cId="1098851413" sldId="276"/>
        </pc:sldMkLst>
        <pc:spChg chg="mod">
          <ac:chgData name="Arianna Marray (LPA Student)" userId="24612354-8c1c-44a3-93af-2c805b70f251" providerId="ADAL" clId="{3B823EBE-DA4A-4027-BF1F-3EF8D0194199}" dt="2026-10-03T02:43:38.550" v="31"/>
          <ac:spMkLst>
            <pc:docMk/>
            <pc:sldMk cId="1098851413" sldId="276"/>
            <ac:spMk id="2" creationId="{94D6DA3F-EA1B-C232-77E4-39A411FFB76D}"/>
          </ac:spMkLst>
        </pc:spChg>
        <pc:spChg chg="mod">
          <ac:chgData name="Arianna Marray (LPA Student)" userId="24612354-8c1c-44a3-93af-2c805b70f251" providerId="ADAL" clId="{3B823EBE-DA4A-4027-BF1F-3EF8D0194199}" dt="2026-10-03T02:42:57.305" v="30"/>
          <ac:spMkLst>
            <pc:docMk/>
            <pc:sldMk cId="1098851413" sldId="276"/>
            <ac:spMk id="4" creationId="{CBB9EEEB-17BB-C5D5-CDC9-3494B47290A1}"/>
          </ac:spMkLst>
        </pc:spChg>
        <pc:picChg chg="add mod">
          <ac:chgData name="Arianna Marray (LPA Student)" userId="24612354-8c1c-44a3-93af-2c805b70f251" providerId="ADAL" clId="{3B823EBE-DA4A-4027-BF1F-3EF8D0194199}" dt="2026-10-03T02:43:55.073" v="32"/>
          <ac:picMkLst>
            <pc:docMk/>
            <pc:sldMk cId="1098851413" sldId="276"/>
            <ac:picMk id="7" creationId="{DAAB6AD0-CB1F-CD5F-3B3E-0E788F5F9EE3}"/>
          </ac:picMkLst>
        </pc:picChg>
        <pc:picChg chg="add mod">
          <ac:chgData name="Arianna Marray (LPA Student)" userId="24612354-8c1c-44a3-93af-2c805b70f251" providerId="ADAL" clId="{3B823EBE-DA4A-4027-BF1F-3EF8D0194199}" dt="2026-10-04T20:06:34.793" v="1319" actId="1076"/>
          <ac:picMkLst>
            <pc:docMk/>
            <pc:sldMk cId="1098851413" sldId="276"/>
            <ac:picMk id="8" creationId="{7B838475-FD72-9D38-9FF5-17358CF10EF1}"/>
          </ac:picMkLst>
        </pc:picChg>
      </pc:sldChg>
      <pc:sldChg chg="addSp delSp modSp mod modTransition">
        <pc:chgData name="Arianna Marray (LPA Student)" userId="24612354-8c1c-44a3-93af-2c805b70f251" providerId="ADAL" clId="{3B823EBE-DA4A-4027-BF1F-3EF8D0194199}" dt="2026-10-19T01:57:03.230" v="1921"/>
        <pc:sldMkLst>
          <pc:docMk/>
          <pc:sldMk cId="3641361854" sldId="277"/>
        </pc:sldMkLst>
        <pc:spChg chg="mod">
          <ac:chgData name="Arianna Marray (LPA Student)" userId="24612354-8c1c-44a3-93af-2c805b70f251" providerId="ADAL" clId="{3B823EBE-DA4A-4027-BF1F-3EF8D0194199}" dt="2026-10-19T01:27:01.589" v="1708" actId="20577"/>
          <ac:spMkLst>
            <pc:docMk/>
            <pc:sldMk cId="3641361854" sldId="277"/>
            <ac:spMk id="3" creationId="{EB4F4095-BDED-C078-22D5-1BF1E3AAF3FC}"/>
          </ac:spMkLst>
        </pc:spChg>
        <pc:spChg chg="mod">
          <ac:chgData name="Arianna Marray (LPA Student)" userId="24612354-8c1c-44a3-93af-2c805b70f251" providerId="ADAL" clId="{3B823EBE-DA4A-4027-BF1F-3EF8D0194199}" dt="2026-10-03T02:34:44.099" v="28"/>
          <ac:spMkLst>
            <pc:docMk/>
            <pc:sldMk cId="3641361854" sldId="277"/>
            <ac:spMk id="14" creationId="{E484EC41-8EA6-937C-4243-F3F1CD5B321A}"/>
          </ac:spMkLst>
        </pc:spChg>
        <pc:picChg chg="add mod">
          <ac:chgData name="Arianna Marray (LPA Student)" userId="24612354-8c1c-44a3-93af-2c805b70f251" providerId="ADAL" clId="{3B823EBE-DA4A-4027-BF1F-3EF8D0194199}" dt="2026-10-04T20:09:01.058" v="1354" actId="1076"/>
          <ac:picMkLst>
            <pc:docMk/>
            <pc:sldMk cId="3641361854" sldId="277"/>
            <ac:picMk id="6" creationId="{2AF87569-300B-5D43-E120-A23AE9AF5CB9}"/>
          </ac:picMkLst>
        </pc:picChg>
        <pc:picChg chg="add mod">
          <ac:chgData name="Arianna Marray (LPA Student)" userId="24612354-8c1c-44a3-93af-2c805b70f251" providerId="ADAL" clId="{3B823EBE-DA4A-4027-BF1F-3EF8D0194199}" dt="2026-10-19T01:26:32.321" v="1679" actId="1076"/>
          <ac:picMkLst>
            <pc:docMk/>
            <pc:sldMk cId="3641361854" sldId="277"/>
            <ac:picMk id="7" creationId="{DB5183C7-35E5-15D8-5C60-5F325CFC121C}"/>
          </ac:picMkLst>
        </pc:picChg>
        <pc:picChg chg="add mod">
          <ac:chgData name="Arianna Marray (LPA Student)" userId="24612354-8c1c-44a3-93af-2c805b70f251" providerId="ADAL" clId="{3B823EBE-DA4A-4027-BF1F-3EF8D0194199}" dt="2026-10-03T02:33:31.489" v="26"/>
          <ac:picMkLst>
            <pc:docMk/>
            <pc:sldMk cId="3641361854" sldId="277"/>
            <ac:picMk id="9" creationId="{CA169D16-AF65-3CFB-A3B8-42945E5E5A60}"/>
          </ac:picMkLst>
        </pc:picChg>
      </pc:sldChg>
      <pc:sldChg chg="addSp modSp mod modTransition">
        <pc:chgData name="Arianna Marray (LPA Student)" userId="24612354-8c1c-44a3-93af-2c805b70f251" providerId="ADAL" clId="{3B823EBE-DA4A-4027-BF1F-3EF8D0194199}" dt="2026-10-19T01:57:40.794" v="1926"/>
        <pc:sldMkLst>
          <pc:docMk/>
          <pc:sldMk cId="2590731716" sldId="278"/>
        </pc:sldMkLst>
        <pc:spChg chg="mod">
          <ac:chgData name="Arianna Marray (LPA Student)" userId="24612354-8c1c-44a3-93af-2c805b70f251" providerId="ADAL" clId="{3B823EBE-DA4A-4027-BF1F-3EF8D0194199}" dt="2026-10-19T01:27:25.854" v="1714" actId="20577"/>
          <ac:spMkLst>
            <pc:docMk/>
            <pc:sldMk cId="2590731716" sldId="278"/>
            <ac:spMk id="3" creationId="{8657517E-4AA9-56C2-7E84-6E2482958AE4}"/>
          </ac:spMkLst>
        </pc:spChg>
        <pc:spChg chg="mod">
          <ac:chgData name="Arianna Marray (LPA Student)" userId="24612354-8c1c-44a3-93af-2c805b70f251" providerId="ADAL" clId="{3B823EBE-DA4A-4027-BF1F-3EF8D0194199}" dt="2026-10-03T02:38:40.421" v="29"/>
          <ac:spMkLst>
            <pc:docMk/>
            <pc:sldMk cId="2590731716" sldId="278"/>
            <ac:spMk id="4" creationId="{D4AFE818-0DBE-0E12-2EC7-51B44683FA89}"/>
          </ac:spMkLst>
        </pc:spChg>
        <pc:picChg chg="add mod">
          <ac:chgData name="Arianna Marray (LPA Student)" userId="24612354-8c1c-44a3-93af-2c805b70f251" providerId="ADAL" clId="{3B823EBE-DA4A-4027-BF1F-3EF8D0194199}" dt="2026-10-04T20:08:57.746" v="1352" actId="1076"/>
          <ac:picMkLst>
            <pc:docMk/>
            <pc:sldMk cId="2590731716" sldId="278"/>
            <ac:picMk id="7" creationId="{058ABDEA-AD32-154C-7EA6-E0AFCBA62DB6}"/>
          </ac:picMkLst>
        </pc:picChg>
      </pc:sldChg>
      <pc:sldChg chg="addSp modSp mod modTransition">
        <pc:chgData name="Arianna Marray (LPA Student)" userId="24612354-8c1c-44a3-93af-2c805b70f251" providerId="ADAL" clId="{3B823EBE-DA4A-4027-BF1F-3EF8D0194199}" dt="2026-10-04T20:09:30.884" v="1362" actId="1076"/>
        <pc:sldMkLst>
          <pc:docMk/>
          <pc:sldMk cId="3311967400" sldId="279"/>
        </pc:sldMkLst>
        <pc:spChg chg="mod">
          <ac:chgData name="Arianna Marray (LPA Student)" userId="24612354-8c1c-44a3-93af-2c805b70f251" providerId="ADAL" clId="{3B823EBE-DA4A-4027-BF1F-3EF8D0194199}" dt="2026-10-03T02:52:53.035" v="34"/>
          <ac:spMkLst>
            <pc:docMk/>
            <pc:sldMk cId="3311967400" sldId="279"/>
            <ac:spMk id="2" creationId="{E2D4B7AD-7254-5D0C-F54F-B8BC0D8BB051}"/>
          </ac:spMkLst>
        </pc:spChg>
        <pc:picChg chg="add mod">
          <ac:chgData name="Arianna Marray (LPA Student)" userId="24612354-8c1c-44a3-93af-2c805b70f251" providerId="ADAL" clId="{3B823EBE-DA4A-4027-BF1F-3EF8D0194199}" dt="2026-10-04T20:06:27.792" v="1317" actId="1076"/>
          <ac:picMkLst>
            <pc:docMk/>
            <pc:sldMk cId="3311967400" sldId="279"/>
            <ac:picMk id="7" creationId="{334ABDC4-6BC3-1FBD-003B-B2B569618108}"/>
          </ac:picMkLst>
        </pc:picChg>
        <pc:picChg chg="add mod">
          <ac:chgData name="Arianna Marray (LPA Student)" userId="24612354-8c1c-44a3-93af-2c805b70f251" providerId="ADAL" clId="{3B823EBE-DA4A-4027-BF1F-3EF8D0194199}" dt="2026-10-04T20:09:30.884" v="1362" actId="1076"/>
          <ac:picMkLst>
            <pc:docMk/>
            <pc:sldMk cId="3311967400" sldId="279"/>
            <ac:picMk id="10" creationId="{48C15FBE-6D63-3F63-C31E-649DEFE98599}"/>
          </ac:picMkLst>
        </pc:picChg>
      </pc:sldChg>
      <pc:sldChg chg="addSp delSp modSp mod modTransition">
        <pc:chgData name="Arianna Marray (LPA Student)" userId="24612354-8c1c-44a3-93af-2c805b70f251" providerId="ADAL" clId="{3B823EBE-DA4A-4027-BF1F-3EF8D0194199}" dt="2026-10-04T20:06:43.274" v="1322" actId="313"/>
        <pc:sldMkLst>
          <pc:docMk/>
          <pc:sldMk cId="1715220098" sldId="280"/>
        </pc:sldMkLst>
        <pc:spChg chg="mod">
          <ac:chgData name="Arianna Marray (LPA Student)" userId="24612354-8c1c-44a3-93af-2c805b70f251" providerId="ADAL" clId="{3B823EBE-DA4A-4027-BF1F-3EF8D0194199}" dt="2026-10-04T00:23:34.756" v="286" actId="1076"/>
          <ac:spMkLst>
            <pc:docMk/>
            <pc:sldMk cId="1715220098" sldId="280"/>
            <ac:spMk id="2" creationId="{E767DAB6-F473-4D59-6B6C-C8BB01290006}"/>
          </ac:spMkLst>
        </pc:spChg>
        <pc:spChg chg="mod">
          <ac:chgData name="Arianna Marray (LPA Student)" userId="24612354-8c1c-44a3-93af-2c805b70f251" providerId="ADAL" clId="{3B823EBE-DA4A-4027-BF1F-3EF8D0194199}" dt="2026-10-04T20:06:43.274" v="1322" actId="313"/>
          <ac:spMkLst>
            <pc:docMk/>
            <pc:sldMk cId="1715220098" sldId="280"/>
            <ac:spMk id="3" creationId="{97464AEA-641A-17DB-3C6D-957525218A2C}"/>
          </ac:spMkLst>
        </pc:spChg>
        <pc:picChg chg="add mod">
          <ac:chgData name="Arianna Marray (LPA Student)" userId="24612354-8c1c-44a3-93af-2c805b70f251" providerId="ADAL" clId="{3B823EBE-DA4A-4027-BF1F-3EF8D0194199}" dt="2026-10-04T20:06:41.228" v="1321" actId="1076"/>
          <ac:picMkLst>
            <pc:docMk/>
            <pc:sldMk cId="1715220098" sldId="280"/>
            <ac:picMk id="7" creationId="{07133A15-D5FA-BE6E-1D15-4EC23169A2F3}"/>
          </ac:picMkLst>
        </pc:picChg>
        <pc:picChg chg="add mod ord">
          <ac:chgData name="Arianna Marray (LPA Student)" userId="24612354-8c1c-44a3-93af-2c805b70f251" providerId="ADAL" clId="{3B823EBE-DA4A-4027-BF1F-3EF8D0194199}" dt="2026-10-04T00:23:03.378" v="250" actId="14100"/>
          <ac:picMkLst>
            <pc:docMk/>
            <pc:sldMk cId="1715220098" sldId="280"/>
            <ac:picMk id="10" creationId="{1590FF5B-9A0F-D904-8E8F-8E80F4AC1ECE}"/>
          </ac:picMkLst>
        </pc:picChg>
      </pc:sldChg>
      <pc:sldChg chg="addSp delSp modSp mod modTransition">
        <pc:chgData name="Arianna Marray (LPA Student)" userId="24612354-8c1c-44a3-93af-2c805b70f251" providerId="ADAL" clId="{3B823EBE-DA4A-4027-BF1F-3EF8D0194199}" dt="2026-10-18T18:21:17.962" v="1453" actId="1076"/>
        <pc:sldMkLst>
          <pc:docMk/>
          <pc:sldMk cId="3699817296" sldId="281"/>
        </pc:sldMkLst>
        <pc:spChg chg="mod">
          <ac:chgData name="Arianna Marray (LPA Student)" userId="24612354-8c1c-44a3-93af-2c805b70f251" providerId="ADAL" clId="{3B823EBE-DA4A-4027-BF1F-3EF8D0194199}" dt="2026-10-18T18:20:51.904" v="1447"/>
          <ac:spMkLst>
            <pc:docMk/>
            <pc:sldMk cId="3699817296" sldId="281"/>
            <ac:spMk id="11" creationId="{69B24B4C-4B11-FE34-83B8-395895B694F0}"/>
          </ac:spMkLst>
        </pc:spChg>
        <pc:spChg chg="mod">
          <ac:chgData name="Arianna Marray (LPA Student)" userId="24612354-8c1c-44a3-93af-2c805b70f251" providerId="ADAL" clId="{3B823EBE-DA4A-4027-BF1F-3EF8D0194199}" dt="2026-10-18T18:21:14.081" v="1452"/>
          <ac:spMkLst>
            <pc:docMk/>
            <pc:sldMk cId="3699817296" sldId="281"/>
            <ac:spMk id="13" creationId="{83A1002F-A4EB-9E16-CFA8-045A7598EC1A}"/>
          </ac:spMkLst>
        </pc:spChg>
        <pc:picChg chg="add del mod ord">
          <ac:chgData name="Arianna Marray (LPA Student)" userId="24612354-8c1c-44a3-93af-2c805b70f251" providerId="ADAL" clId="{3B823EBE-DA4A-4027-BF1F-3EF8D0194199}" dt="2026-10-18T18:17:33.283" v="1424" actId="478"/>
          <ac:picMkLst>
            <pc:docMk/>
            <pc:sldMk cId="3699817296" sldId="281"/>
            <ac:picMk id="3" creationId="{E5337564-A059-C757-2194-B80595869E59}"/>
          </ac:picMkLst>
        </pc:picChg>
        <pc:picChg chg="add mod">
          <ac:chgData name="Arianna Marray (LPA Student)" userId="24612354-8c1c-44a3-93af-2c805b70f251" providerId="ADAL" clId="{3B823EBE-DA4A-4027-BF1F-3EF8D0194199}" dt="2026-10-18T18:21:17.962" v="1453" actId="1076"/>
          <ac:picMkLst>
            <pc:docMk/>
            <pc:sldMk cId="3699817296" sldId="281"/>
            <ac:picMk id="4" creationId="{318702BD-601D-76C9-1B71-8BC67323449C}"/>
          </ac:picMkLst>
        </pc:picChg>
        <pc:picChg chg="add del mod">
          <ac:chgData name="Arianna Marray (LPA Student)" userId="24612354-8c1c-44a3-93af-2c805b70f251" providerId="ADAL" clId="{3B823EBE-DA4A-4027-BF1F-3EF8D0194199}" dt="2026-10-18T18:20:17.625" v="1438" actId="478"/>
          <ac:picMkLst>
            <pc:docMk/>
            <pc:sldMk cId="3699817296" sldId="281"/>
            <ac:picMk id="7" creationId="{C4E57A87-8CAA-6C3A-16E3-A031BC6834EB}"/>
          </ac:picMkLst>
        </pc:picChg>
        <pc:picChg chg="add mod">
          <ac:chgData name="Arianna Marray (LPA Student)" userId="24612354-8c1c-44a3-93af-2c805b70f251" providerId="ADAL" clId="{3B823EBE-DA4A-4027-BF1F-3EF8D0194199}" dt="2026-10-18T18:20:37.742" v="1446" actId="14100"/>
          <ac:picMkLst>
            <pc:docMk/>
            <pc:sldMk cId="3699817296" sldId="281"/>
            <ac:picMk id="9" creationId="{6ADCD1E9-FD54-4748-3596-417D1BE68929}"/>
          </ac:picMkLst>
        </pc:picChg>
      </pc:sldChg>
      <pc:sldChg chg="addSp delSp modSp mod ord modTransition">
        <pc:chgData name="Arianna Marray (LPA Student)" userId="24612354-8c1c-44a3-93af-2c805b70f251" providerId="ADAL" clId="{3B823EBE-DA4A-4027-BF1F-3EF8D0194199}" dt="2026-10-18T18:40:29.621" v="1540"/>
        <pc:sldMkLst>
          <pc:docMk/>
          <pc:sldMk cId="3306203511" sldId="282"/>
        </pc:sldMkLst>
        <pc:spChg chg="mod">
          <ac:chgData name="Arianna Marray (LPA Student)" userId="24612354-8c1c-44a3-93af-2c805b70f251" providerId="ADAL" clId="{3B823EBE-DA4A-4027-BF1F-3EF8D0194199}" dt="2026-10-18T18:40:13.458" v="1536" actId="20577"/>
          <ac:spMkLst>
            <pc:docMk/>
            <pc:sldMk cId="3306203511" sldId="282"/>
            <ac:spMk id="2" creationId="{B7657659-0787-5864-1BA7-2388EA9AAF89}"/>
          </ac:spMkLst>
        </pc:spChg>
        <pc:spChg chg="mod">
          <ac:chgData name="Arianna Marray (LPA Student)" userId="24612354-8c1c-44a3-93af-2c805b70f251" providerId="ADAL" clId="{3B823EBE-DA4A-4027-BF1F-3EF8D0194199}" dt="2026-10-18T18:40:10.664" v="1524" actId="255"/>
          <ac:spMkLst>
            <pc:docMk/>
            <pc:sldMk cId="3306203511" sldId="282"/>
            <ac:spMk id="3" creationId="{7F63DC3E-92CF-01A0-75E7-519DD293D273}"/>
          </ac:spMkLst>
        </pc:spChg>
        <pc:spChg chg="add del mod">
          <ac:chgData name="Arianna Marray (LPA Student)" userId="24612354-8c1c-44a3-93af-2c805b70f251" providerId="ADAL" clId="{3B823EBE-DA4A-4027-BF1F-3EF8D0194199}" dt="2026-10-18T18:09:16.312" v="1419" actId="478"/>
          <ac:spMkLst>
            <pc:docMk/>
            <pc:sldMk cId="3306203511" sldId="282"/>
            <ac:spMk id="9" creationId="{18B4BB33-0CD3-9F0E-C8E3-2DCF63DAE90E}"/>
          </ac:spMkLst>
        </pc:spChg>
        <pc:spChg chg="add del mod">
          <ac:chgData name="Arianna Marray (LPA Student)" userId="24612354-8c1c-44a3-93af-2c805b70f251" providerId="ADAL" clId="{3B823EBE-DA4A-4027-BF1F-3EF8D0194199}" dt="2026-10-18T18:38:21.119" v="1478" actId="22"/>
          <ac:spMkLst>
            <pc:docMk/>
            <pc:sldMk cId="3306203511" sldId="282"/>
            <ac:spMk id="11" creationId="{A27AE276-76D6-043F-7DEB-BEEFB646AE19}"/>
          </ac:spMkLst>
        </pc:spChg>
        <pc:spChg chg="add mod">
          <ac:chgData name="Arianna Marray (LPA Student)" userId="24612354-8c1c-44a3-93af-2c805b70f251" providerId="ADAL" clId="{3B823EBE-DA4A-4027-BF1F-3EF8D0194199}" dt="2026-10-18T18:38:49.145" v="1482" actId="1076"/>
          <ac:spMkLst>
            <pc:docMk/>
            <pc:sldMk cId="3306203511" sldId="282"/>
            <ac:spMk id="14" creationId="{5DE20C62-0C40-128E-4FF9-D0ABCE6E03EC}"/>
          </ac:spMkLst>
        </pc:spChg>
        <pc:spChg chg="add del mod">
          <ac:chgData name="Arianna Marray (LPA Student)" userId="24612354-8c1c-44a3-93af-2c805b70f251" providerId="ADAL" clId="{3B823EBE-DA4A-4027-BF1F-3EF8D0194199}" dt="2026-10-18T18:40:26.992" v="1538"/>
          <ac:spMkLst>
            <pc:docMk/>
            <pc:sldMk cId="3306203511" sldId="282"/>
            <ac:spMk id="15" creationId="{BD0934BE-DD78-3DDC-AAF5-22B7427AAD79}"/>
          </ac:spMkLst>
        </pc:spChg>
        <pc:picChg chg="add mod">
          <ac:chgData name="Arianna Marray (LPA Student)" userId="24612354-8c1c-44a3-93af-2c805b70f251" providerId="ADAL" clId="{3B823EBE-DA4A-4027-BF1F-3EF8D0194199}" dt="2026-10-18T18:39:55.860" v="1521" actId="1076"/>
          <ac:picMkLst>
            <pc:docMk/>
            <pc:sldMk cId="3306203511" sldId="282"/>
            <ac:picMk id="7" creationId="{E73D5666-3F68-886A-6793-6A5E7469263F}"/>
          </ac:picMkLst>
        </pc:picChg>
        <pc:picChg chg="add del mod ord">
          <ac:chgData name="Arianna Marray (LPA Student)" userId="24612354-8c1c-44a3-93af-2c805b70f251" providerId="ADAL" clId="{3B823EBE-DA4A-4027-BF1F-3EF8D0194199}" dt="2026-10-18T18:38:19.204" v="1477" actId="478"/>
          <ac:picMkLst>
            <pc:docMk/>
            <pc:sldMk cId="3306203511" sldId="282"/>
            <ac:picMk id="8" creationId="{FE93E280-D5FF-615F-4909-829687FED5B0}"/>
          </ac:picMkLst>
        </pc:picChg>
        <pc:picChg chg="add mod ord">
          <ac:chgData name="Arianna Marray (LPA Student)" userId="24612354-8c1c-44a3-93af-2c805b70f251" providerId="ADAL" clId="{3B823EBE-DA4A-4027-BF1F-3EF8D0194199}" dt="2026-10-18T18:38:31.004" v="1479" actId="14100"/>
          <ac:picMkLst>
            <pc:docMk/>
            <pc:sldMk cId="3306203511" sldId="282"/>
            <ac:picMk id="13" creationId="{2711DAD5-9F3C-EE8C-C32A-D36A64D9EFAB}"/>
          </ac:picMkLst>
        </pc:picChg>
      </pc:sldChg>
      <pc:sldChg chg="addSp delSp modSp new mod modTransition modClrScheme chgLayout">
        <pc:chgData name="Arianna Marray (LPA Student)" userId="24612354-8c1c-44a3-93af-2c805b70f251" providerId="ADAL" clId="{3B823EBE-DA4A-4027-BF1F-3EF8D0194199}" dt="2026-10-04T02:11:50.287" v="822"/>
        <pc:sldMkLst>
          <pc:docMk/>
          <pc:sldMk cId="38333567" sldId="283"/>
        </pc:sldMkLst>
        <pc:spChg chg="mod">
          <ac:chgData name="Arianna Marray (LPA Student)" userId="24612354-8c1c-44a3-93af-2c805b70f251" providerId="ADAL" clId="{3B823EBE-DA4A-4027-BF1F-3EF8D0194199}" dt="2026-10-03T16:59:59.279" v="80" actId="26606"/>
          <ac:spMkLst>
            <pc:docMk/>
            <pc:sldMk cId="38333567" sldId="283"/>
            <ac:spMk id="5" creationId="{1DFCDEA7-4684-ABCB-C6D0-338D2B1AE877}"/>
          </ac:spMkLst>
        </pc:spChg>
        <pc:spChg chg="mod">
          <ac:chgData name="Arianna Marray (LPA Student)" userId="24612354-8c1c-44a3-93af-2c805b70f251" providerId="ADAL" clId="{3B823EBE-DA4A-4027-BF1F-3EF8D0194199}" dt="2026-10-03T16:59:59.279" v="80" actId="26606"/>
          <ac:spMkLst>
            <pc:docMk/>
            <pc:sldMk cId="38333567" sldId="283"/>
            <ac:spMk id="6" creationId="{84CEE7BC-9750-2D53-0A96-6614DFBC7299}"/>
          </ac:spMkLst>
        </pc:spChg>
        <pc:spChg chg="add mod">
          <ac:chgData name="Arianna Marray (LPA Student)" userId="24612354-8c1c-44a3-93af-2c805b70f251" providerId="ADAL" clId="{3B823EBE-DA4A-4027-BF1F-3EF8D0194199}" dt="2026-10-03T16:59:59.279" v="80" actId="26606"/>
          <ac:spMkLst>
            <pc:docMk/>
            <pc:sldMk cId="38333567" sldId="283"/>
            <ac:spMk id="11" creationId="{D6B40D9D-CD00-3D08-3AE3-134240062E1C}"/>
          </ac:spMkLst>
        </pc:spChg>
        <pc:spChg chg="add mod">
          <ac:chgData name="Arianna Marray (LPA Student)" userId="24612354-8c1c-44a3-93af-2c805b70f251" providerId="ADAL" clId="{3B823EBE-DA4A-4027-BF1F-3EF8D0194199}" dt="2026-10-03T16:59:59.279" v="80" actId="26606"/>
          <ac:spMkLst>
            <pc:docMk/>
            <pc:sldMk cId="38333567" sldId="283"/>
            <ac:spMk id="13" creationId="{B409EE30-E577-35D9-18A5-05C523BF2F49}"/>
          </ac:spMkLst>
        </pc:spChg>
        <pc:picChg chg="add mod ord">
          <ac:chgData name="Arianna Marray (LPA Student)" userId="24612354-8c1c-44a3-93af-2c805b70f251" providerId="ADAL" clId="{3B823EBE-DA4A-4027-BF1F-3EF8D0194199}" dt="2026-10-03T17:00:43.187" v="91" actId="14100"/>
          <ac:picMkLst>
            <pc:docMk/>
            <pc:sldMk cId="38333567" sldId="283"/>
            <ac:picMk id="8" creationId="{AE29F5A9-0955-84AB-AE7A-B27FFCF2EDB4}"/>
          </ac:picMkLst>
        </pc:picChg>
      </pc:sldChg>
      <pc:sldChg chg="addSp delSp modSp new mod modTransition modClrScheme chgLayout">
        <pc:chgData name="Arianna Marray (LPA Student)" userId="24612354-8c1c-44a3-93af-2c805b70f251" providerId="ADAL" clId="{3B823EBE-DA4A-4027-BF1F-3EF8D0194199}" dt="2026-10-18T18:09:27.057" v="1421" actId="1076"/>
        <pc:sldMkLst>
          <pc:docMk/>
          <pc:sldMk cId="3765159928" sldId="284"/>
        </pc:sldMkLst>
        <pc:spChg chg="mod">
          <ac:chgData name="Arianna Marray (LPA Student)" userId="24612354-8c1c-44a3-93af-2c805b70f251" providerId="ADAL" clId="{3B823EBE-DA4A-4027-BF1F-3EF8D0194199}" dt="2026-10-18T18:06:29.844" v="1368"/>
          <ac:spMkLst>
            <pc:docMk/>
            <pc:sldMk cId="3765159928" sldId="284"/>
            <ac:spMk id="2" creationId="{3927D9DC-5D82-A6E8-B0C4-4C932BF4267B}"/>
          </ac:spMkLst>
        </pc:spChg>
        <pc:spChg chg="mod">
          <ac:chgData name="Arianna Marray (LPA Student)" userId="24612354-8c1c-44a3-93af-2c805b70f251" providerId="ADAL" clId="{3B823EBE-DA4A-4027-BF1F-3EF8D0194199}" dt="2026-10-18T18:06:47.401" v="1388" actId="20577"/>
          <ac:spMkLst>
            <pc:docMk/>
            <pc:sldMk cId="3765159928" sldId="284"/>
            <ac:spMk id="3" creationId="{3B4279B9-0A67-B66A-D245-D3367F0329D2}"/>
          </ac:spMkLst>
        </pc:spChg>
        <pc:spChg chg="mod">
          <ac:chgData name="Arianna Marray (LPA Student)" userId="24612354-8c1c-44a3-93af-2c805b70f251" providerId="ADAL" clId="{3B823EBE-DA4A-4027-BF1F-3EF8D0194199}" dt="2026-10-03T17:05:30.535" v="197" actId="26606"/>
          <ac:spMkLst>
            <pc:docMk/>
            <pc:sldMk cId="3765159928" sldId="284"/>
            <ac:spMk id="5" creationId="{4E7B8EC8-EC06-9BB2-818C-272B523E1CCE}"/>
          </ac:spMkLst>
        </pc:spChg>
        <pc:spChg chg="mod">
          <ac:chgData name="Arianna Marray (LPA Student)" userId="24612354-8c1c-44a3-93af-2c805b70f251" providerId="ADAL" clId="{3B823EBE-DA4A-4027-BF1F-3EF8D0194199}" dt="2026-10-03T17:05:30.535" v="197" actId="26606"/>
          <ac:spMkLst>
            <pc:docMk/>
            <pc:sldMk cId="3765159928" sldId="284"/>
            <ac:spMk id="6" creationId="{CF149A1E-58E5-985A-9700-5B7C82C8FE1C}"/>
          </ac:spMkLst>
        </pc:spChg>
        <pc:picChg chg="add mod">
          <ac:chgData name="Arianna Marray (LPA Student)" userId="24612354-8c1c-44a3-93af-2c805b70f251" providerId="ADAL" clId="{3B823EBE-DA4A-4027-BF1F-3EF8D0194199}" dt="2026-10-18T18:07:26.605" v="1396" actId="14100"/>
          <ac:picMkLst>
            <pc:docMk/>
            <pc:sldMk cId="3765159928" sldId="284"/>
            <ac:picMk id="7" creationId="{EBB95178-CAD3-3295-73D4-88C5DFF6DAAF}"/>
          </ac:picMkLst>
        </pc:picChg>
        <pc:picChg chg="add del mod ord">
          <ac:chgData name="Arianna Marray (LPA Student)" userId="24612354-8c1c-44a3-93af-2c805b70f251" providerId="ADAL" clId="{3B823EBE-DA4A-4027-BF1F-3EF8D0194199}" dt="2026-10-18T18:06:59.654" v="1389" actId="478"/>
          <ac:picMkLst>
            <pc:docMk/>
            <pc:sldMk cId="3765159928" sldId="284"/>
            <ac:picMk id="8" creationId="{E186F118-83CB-CC75-29FB-1687DE8AC688}"/>
          </ac:picMkLst>
        </pc:picChg>
        <pc:picChg chg="add mod">
          <ac:chgData name="Arianna Marray (LPA Student)" userId="24612354-8c1c-44a3-93af-2c805b70f251" providerId="ADAL" clId="{3B823EBE-DA4A-4027-BF1F-3EF8D0194199}" dt="2026-10-18T18:09:27.057" v="1421" actId="1076"/>
          <ac:picMkLst>
            <pc:docMk/>
            <pc:sldMk cId="3765159928" sldId="284"/>
            <ac:picMk id="10" creationId="{51D5F4F6-7360-E211-0138-27339BE276C6}"/>
          </ac:picMkLst>
        </pc:picChg>
      </pc:sldChg>
      <pc:sldChg chg="addSp delSp modSp new mod modTransition modClrScheme chgLayout">
        <pc:chgData name="Arianna Marray (LPA Student)" userId="24612354-8c1c-44a3-93af-2c805b70f251" providerId="ADAL" clId="{3B823EBE-DA4A-4027-BF1F-3EF8D0194199}" dt="2026-10-18T18:09:31.828" v="1423" actId="1076"/>
        <pc:sldMkLst>
          <pc:docMk/>
          <pc:sldMk cId="2314170821" sldId="285"/>
        </pc:sldMkLst>
        <pc:spChg chg="add del mod">
          <ac:chgData name="Arianna Marray (LPA Student)" userId="24612354-8c1c-44a3-93af-2c805b70f251" providerId="ADAL" clId="{3B823EBE-DA4A-4027-BF1F-3EF8D0194199}" dt="2026-10-18T18:08:04.609" v="1399" actId="22"/>
          <ac:spMkLst>
            <pc:docMk/>
            <pc:sldMk cId="2314170821" sldId="285"/>
            <ac:spMk id="3" creationId="{771AADF7-C824-E7B5-DA37-542CF61695EF}"/>
          </ac:spMkLst>
        </pc:spChg>
        <pc:spChg chg="mod">
          <ac:chgData name="Arianna Marray (LPA Student)" userId="24612354-8c1c-44a3-93af-2c805b70f251" providerId="ADAL" clId="{3B823EBE-DA4A-4027-BF1F-3EF8D0194199}" dt="2026-10-04T00:21:02.563" v="205" actId="26606"/>
          <ac:spMkLst>
            <pc:docMk/>
            <pc:sldMk cId="2314170821" sldId="285"/>
            <ac:spMk id="4" creationId="{F013A160-AF10-55BC-A554-6A735FE3984E}"/>
          </ac:spMkLst>
        </pc:spChg>
        <pc:spChg chg="mod">
          <ac:chgData name="Arianna Marray (LPA Student)" userId="24612354-8c1c-44a3-93af-2c805b70f251" providerId="ADAL" clId="{3B823EBE-DA4A-4027-BF1F-3EF8D0194199}" dt="2026-10-04T00:21:02.563" v="205" actId="26606"/>
          <ac:spMkLst>
            <pc:docMk/>
            <pc:sldMk cId="2314170821" sldId="285"/>
            <ac:spMk id="5" creationId="{B67DC553-BBC2-CBF0-B488-FB46FA7CCCA4}"/>
          </ac:spMkLst>
        </pc:spChg>
        <pc:spChg chg="add mod">
          <ac:chgData name="Arianna Marray (LPA Student)" userId="24612354-8c1c-44a3-93af-2c805b70f251" providerId="ADAL" clId="{3B823EBE-DA4A-4027-BF1F-3EF8D0194199}" dt="2026-10-18T18:08:40.092" v="1410" actId="20577"/>
          <ac:spMkLst>
            <pc:docMk/>
            <pc:sldMk cId="2314170821" sldId="285"/>
            <ac:spMk id="19" creationId="{0D209581-413E-6345-AF13-4F2EA6FD7923}"/>
          </ac:spMkLst>
        </pc:spChg>
        <pc:picChg chg="add mod ord">
          <ac:chgData name="Arianna Marray (LPA Student)" userId="24612354-8c1c-44a3-93af-2c805b70f251" providerId="ADAL" clId="{3B823EBE-DA4A-4027-BF1F-3EF8D0194199}" dt="2026-10-18T18:08:12.617" v="1401" actId="14100"/>
          <ac:picMkLst>
            <pc:docMk/>
            <pc:sldMk cId="2314170821" sldId="285"/>
            <ac:picMk id="7" creationId="{218E8DD5-75D6-D1F9-3BCC-AE3D71273122}"/>
          </ac:picMkLst>
        </pc:picChg>
        <pc:picChg chg="add del mod ord">
          <ac:chgData name="Arianna Marray (LPA Student)" userId="24612354-8c1c-44a3-93af-2c805b70f251" providerId="ADAL" clId="{3B823EBE-DA4A-4027-BF1F-3EF8D0194199}" dt="2026-10-18T18:08:03.126" v="1398" actId="478"/>
          <ac:picMkLst>
            <pc:docMk/>
            <pc:sldMk cId="2314170821" sldId="285"/>
            <ac:picMk id="9" creationId="{73ED86C0-040D-F86E-9841-2307C465E073}"/>
          </ac:picMkLst>
        </pc:picChg>
        <pc:picChg chg="add mod">
          <ac:chgData name="Arianna Marray (LPA Student)" userId="24612354-8c1c-44a3-93af-2c805b70f251" providerId="ADAL" clId="{3B823EBE-DA4A-4027-BF1F-3EF8D0194199}" dt="2026-10-18T18:09:31.828" v="1423" actId="1076"/>
          <ac:picMkLst>
            <pc:docMk/>
            <pc:sldMk cId="2314170821" sldId="285"/>
            <ac:picMk id="10" creationId="{5EAF8548-418F-2ED1-8068-2CC5D1900625}"/>
          </ac:picMkLst>
        </pc:picChg>
      </pc:sldChg>
      <pc:sldChg chg="addSp delSp modSp new mod modTransition modClrScheme chgLayout">
        <pc:chgData name="Arianna Marray (LPA Student)" userId="24612354-8c1c-44a3-93af-2c805b70f251" providerId="ADAL" clId="{3B823EBE-DA4A-4027-BF1F-3EF8D0194199}" dt="2026-10-04T02:12:14.075" v="825"/>
        <pc:sldMkLst>
          <pc:docMk/>
          <pc:sldMk cId="4040639869" sldId="286"/>
        </pc:sldMkLst>
        <pc:spChg chg="mod">
          <ac:chgData name="Arianna Marray (LPA Student)" userId="24612354-8c1c-44a3-93af-2c805b70f251" providerId="ADAL" clId="{3B823EBE-DA4A-4027-BF1F-3EF8D0194199}" dt="2026-10-04T00:27:49.365" v="328" actId="26606"/>
          <ac:spMkLst>
            <pc:docMk/>
            <pc:sldMk cId="4040639869" sldId="286"/>
            <ac:spMk id="4" creationId="{35A14198-1EBF-4A12-3B15-25DDAE00D3E3}"/>
          </ac:spMkLst>
        </pc:spChg>
        <pc:spChg chg="mod">
          <ac:chgData name="Arianna Marray (LPA Student)" userId="24612354-8c1c-44a3-93af-2c805b70f251" providerId="ADAL" clId="{3B823EBE-DA4A-4027-BF1F-3EF8D0194199}" dt="2026-10-04T00:27:49.365" v="328" actId="26606"/>
          <ac:spMkLst>
            <pc:docMk/>
            <pc:sldMk cId="4040639869" sldId="286"/>
            <ac:spMk id="5" creationId="{BFB9AB64-5A6D-0A28-35B2-E8FA9D524C4D}"/>
          </ac:spMkLst>
        </pc:spChg>
        <pc:spChg chg="add mod">
          <ac:chgData name="Arianna Marray (LPA Student)" userId="24612354-8c1c-44a3-93af-2c805b70f251" providerId="ADAL" clId="{3B823EBE-DA4A-4027-BF1F-3EF8D0194199}" dt="2026-10-04T00:30:19.517" v="387" actId="255"/>
          <ac:spMkLst>
            <pc:docMk/>
            <pc:sldMk cId="4040639869" sldId="286"/>
            <ac:spMk id="21" creationId="{4CD0AC45-A80C-9C5E-8D9D-F86AF59D7660}"/>
          </ac:spMkLst>
        </pc:spChg>
        <pc:picChg chg="add mod ord">
          <ac:chgData name="Arianna Marray (LPA Student)" userId="24612354-8c1c-44a3-93af-2c805b70f251" providerId="ADAL" clId="{3B823EBE-DA4A-4027-BF1F-3EF8D0194199}" dt="2026-10-04T00:30:26.766" v="388" actId="22"/>
          <ac:picMkLst>
            <pc:docMk/>
            <pc:sldMk cId="4040639869" sldId="286"/>
            <ac:picMk id="11" creationId="{9AFAB603-AB61-5AED-C5A6-A17EC1CFA3B5}"/>
          </ac:picMkLst>
        </pc:picChg>
      </pc:sldChg>
      <pc:sldChg chg="addSp delSp modSp new mod modTransition chgLayout">
        <pc:chgData name="Arianna Marray (LPA Student)" userId="24612354-8c1c-44a3-93af-2c805b70f251" providerId="ADAL" clId="{3B823EBE-DA4A-4027-BF1F-3EF8D0194199}" dt="2026-10-04T20:07:57.959" v="1334" actId="1076"/>
        <pc:sldMkLst>
          <pc:docMk/>
          <pc:sldMk cId="3895370155" sldId="287"/>
        </pc:sldMkLst>
        <pc:spChg chg="mod">
          <ac:chgData name="Arianna Marray (LPA Student)" userId="24612354-8c1c-44a3-93af-2c805b70f251" providerId="ADAL" clId="{3B823EBE-DA4A-4027-BF1F-3EF8D0194199}" dt="2026-10-04T00:41:36.897" v="392" actId="26606"/>
          <ac:spMkLst>
            <pc:docMk/>
            <pc:sldMk cId="3895370155" sldId="287"/>
            <ac:spMk id="4" creationId="{31DD93F1-EB20-F066-8673-932A5B17B156}"/>
          </ac:spMkLst>
        </pc:spChg>
        <pc:spChg chg="mod">
          <ac:chgData name="Arianna Marray (LPA Student)" userId="24612354-8c1c-44a3-93af-2c805b70f251" providerId="ADAL" clId="{3B823EBE-DA4A-4027-BF1F-3EF8D0194199}" dt="2026-10-04T00:41:36.897" v="392" actId="26606"/>
          <ac:spMkLst>
            <pc:docMk/>
            <pc:sldMk cId="3895370155" sldId="287"/>
            <ac:spMk id="5" creationId="{3D7B50FD-869F-A179-F143-15E518D9D25F}"/>
          </ac:spMkLst>
        </pc:spChg>
        <pc:spChg chg="add mod">
          <ac:chgData name="Arianna Marray (LPA Student)" userId="24612354-8c1c-44a3-93af-2c805b70f251" providerId="ADAL" clId="{3B823EBE-DA4A-4027-BF1F-3EF8D0194199}" dt="2026-10-04T00:43:10.687" v="464" actId="120"/>
          <ac:spMkLst>
            <pc:docMk/>
            <pc:sldMk cId="3895370155" sldId="287"/>
            <ac:spMk id="15" creationId="{BCBE3517-F604-9E32-790A-A1B7B64D407F}"/>
          </ac:spMkLst>
        </pc:spChg>
        <pc:picChg chg="add mod">
          <ac:chgData name="Arianna Marray (LPA Student)" userId="24612354-8c1c-44a3-93af-2c805b70f251" providerId="ADAL" clId="{3B823EBE-DA4A-4027-BF1F-3EF8D0194199}" dt="2026-10-04T20:07:57.959" v="1334" actId="1076"/>
          <ac:picMkLst>
            <pc:docMk/>
            <pc:sldMk cId="3895370155" sldId="287"/>
            <ac:picMk id="3" creationId="{1B4DCFE9-6A57-8B8F-F0AA-D698D19ABCE0}"/>
          </ac:picMkLst>
        </pc:picChg>
        <pc:picChg chg="add mod ord">
          <ac:chgData name="Arianna Marray (LPA Student)" userId="24612354-8c1c-44a3-93af-2c805b70f251" providerId="ADAL" clId="{3B823EBE-DA4A-4027-BF1F-3EF8D0194199}" dt="2026-10-04T00:41:36.897" v="392" actId="26606"/>
          <ac:picMkLst>
            <pc:docMk/>
            <pc:sldMk cId="3895370155" sldId="287"/>
            <ac:picMk id="7" creationId="{23387D5B-AA86-50EE-C4B5-38BBF45544B4}"/>
          </ac:picMkLst>
        </pc:picChg>
      </pc:sldChg>
      <pc:sldChg chg="addSp delSp modSp new mod modTransition">
        <pc:chgData name="Arianna Marray (LPA Student)" userId="24612354-8c1c-44a3-93af-2c805b70f251" providerId="ADAL" clId="{3B823EBE-DA4A-4027-BF1F-3EF8D0194199}" dt="2026-10-04T02:12:36.452" v="827"/>
        <pc:sldMkLst>
          <pc:docMk/>
          <pc:sldMk cId="1650667828" sldId="288"/>
        </pc:sldMkLst>
        <pc:spChg chg="mod">
          <ac:chgData name="Arianna Marray (LPA Student)" userId="24612354-8c1c-44a3-93af-2c805b70f251" providerId="ADAL" clId="{3B823EBE-DA4A-4027-BF1F-3EF8D0194199}" dt="2026-10-04T00:43:48.728" v="475" actId="20577"/>
          <ac:spMkLst>
            <pc:docMk/>
            <pc:sldMk cId="1650667828" sldId="288"/>
            <ac:spMk id="2" creationId="{9234FCF2-572A-FEC2-D0AD-723E966DFDBD}"/>
          </ac:spMkLst>
        </pc:spChg>
        <pc:picChg chg="add mod ord">
          <ac:chgData name="Arianna Marray (LPA Student)" userId="24612354-8c1c-44a3-93af-2c805b70f251" providerId="ADAL" clId="{3B823EBE-DA4A-4027-BF1F-3EF8D0194199}" dt="2026-10-04T00:44:18.038" v="476" actId="22"/>
          <ac:picMkLst>
            <pc:docMk/>
            <pc:sldMk cId="1650667828" sldId="288"/>
            <ac:picMk id="7" creationId="{8F84634F-3949-BB2F-28A2-E0465C178A86}"/>
          </ac:picMkLst>
        </pc:picChg>
      </pc:sldChg>
      <pc:sldChg chg="addSp delSp modSp new add del mod modTransition chgLayout">
        <pc:chgData name="Arianna Marray (LPA Student)" userId="24612354-8c1c-44a3-93af-2c805b70f251" providerId="ADAL" clId="{3B823EBE-DA4A-4027-BF1F-3EF8D0194199}" dt="2026-10-19T01:28:30.738" v="1721" actId="47"/>
        <pc:sldMkLst>
          <pc:docMk/>
          <pc:sldMk cId="4274500516" sldId="289"/>
        </pc:sldMkLst>
      </pc:sldChg>
      <pc:sldChg chg="addSp delSp modSp new add del mod modTransition">
        <pc:chgData name="Arianna Marray (LPA Student)" userId="24612354-8c1c-44a3-93af-2c805b70f251" providerId="ADAL" clId="{3B823EBE-DA4A-4027-BF1F-3EF8D0194199}" dt="2026-10-19T01:56:47.814" v="1920" actId="207"/>
        <pc:sldMkLst>
          <pc:docMk/>
          <pc:sldMk cId="1122546651" sldId="290"/>
        </pc:sldMkLst>
        <pc:spChg chg="mod">
          <ac:chgData name="Arianna Marray (LPA Student)" userId="24612354-8c1c-44a3-93af-2c805b70f251" providerId="ADAL" clId="{3B823EBE-DA4A-4027-BF1F-3EF8D0194199}" dt="2026-10-19T01:56:47.814" v="1920" actId="207"/>
          <ac:spMkLst>
            <pc:docMk/>
            <pc:sldMk cId="1122546651" sldId="290"/>
            <ac:spMk id="2" creationId="{694DBD2F-D165-42B6-D103-ACE82AEA2021}"/>
          </ac:spMkLst>
        </pc:spChg>
        <pc:picChg chg="add mod ord">
          <ac:chgData name="Arianna Marray (LPA Student)" userId="24612354-8c1c-44a3-93af-2c805b70f251" providerId="ADAL" clId="{3B823EBE-DA4A-4027-BF1F-3EF8D0194199}" dt="2026-10-04T00:47:45.568" v="527" actId="22"/>
          <ac:picMkLst>
            <pc:docMk/>
            <pc:sldMk cId="1122546651" sldId="290"/>
            <ac:picMk id="7" creationId="{ABA30314-A4A6-49D7-25FF-4B4BB0B65F27}"/>
          </ac:picMkLst>
        </pc:picChg>
      </pc:sldChg>
      <pc:sldChg chg="addSp delSp modSp new del mod modTransition">
        <pc:chgData name="Arianna Marray (LPA Student)" userId="24612354-8c1c-44a3-93af-2c805b70f251" providerId="ADAL" clId="{3B823EBE-DA4A-4027-BF1F-3EF8D0194199}" dt="2026-10-19T01:30:26.615" v="1724" actId="47"/>
        <pc:sldMkLst>
          <pc:docMk/>
          <pc:sldMk cId="2373343625" sldId="291"/>
        </pc:sldMkLst>
        <pc:spChg chg="mod">
          <ac:chgData name="Arianna Marray (LPA Student)" userId="24612354-8c1c-44a3-93af-2c805b70f251" providerId="ADAL" clId="{3B823EBE-DA4A-4027-BF1F-3EF8D0194199}" dt="2026-10-19T01:28:17.093" v="1718" actId="20577"/>
          <ac:spMkLst>
            <pc:docMk/>
            <pc:sldMk cId="2373343625" sldId="291"/>
            <ac:spMk id="2" creationId="{89A81EF7-0E3B-B272-C25A-CFA1804503A4}"/>
          </ac:spMkLst>
        </pc:spChg>
        <pc:picChg chg="add mod">
          <ac:chgData name="Arianna Marray (LPA Student)" userId="24612354-8c1c-44a3-93af-2c805b70f251" providerId="ADAL" clId="{3B823EBE-DA4A-4027-BF1F-3EF8D0194199}" dt="2026-10-18T18:48:23.818" v="1544" actId="1076"/>
          <ac:picMkLst>
            <pc:docMk/>
            <pc:sldMk cId="2373343625" sldId="291"/>
            <ac:picMk id="6" creationId="{5BFDCEB2-CCC8-3D1E-5910-4B1F6DA1E3DF}"/>
          </ac:picMkLst>
        </pc:picChg>
      </pc:sldChg>
      <pc:sldChg chg="addSp delSp modSp new mod modTransition">
        <pc:chgData name="Arianna Marray (LPA Student)" userId="24612354-8c1c-44a3-93af-2c805b70f251" providerId="ADAL" clId="{3B823EBE-DA4A-4027-BF1F-3EF8D0194199}" dt="2026-10-04T20:08:01.981" v="1336" actId="1076"/>
        <pc:sldMkLst>
          <pc:docMk/>
          <pc:sldMk cId="42172738" sldId="292"/>
        </pc:sldMkLst>
        <pc:spChg chg="mod">
          <ac:chgData name="Arianna Marray (LPA Student)" userId="24612354-8c1c-44a3-93af-2c805b70f251" providerId="ADAL" clId="{3B823EBE-DA4A-4027-BF1F-3EF8D0194199}" dt="2026-10-04T00:58:45.018" v="705" actId="255"/>
          <ac:spMkLst>
            <pc:docMk/>
            <pc:sldMk cId="42172738" sldId="292"/>
            <ac:spMk id="2" creationId="{89546A1A-7046-D7DD-0C44-D7A90A3198B2}"/>
          </ac:spMkLst>
        </pc:spChg>
        <pc:picChg chg="add mod">
          <ac:chgData name="Arianna Marray (LPA Student)" userId="24612354-8c1c-44a3-93af-2c805b70f251" providerId="ADAL" clId="{3B823EBE-DA4A-4027-BF1F-3EF8D0194199}" dt="2026-10-04T20:08:01.981" v="1336" actId="1076"/>
          <ac:picMkLst>
            <pc:docMk/>
            <pc:sldMk cId="42172738" sldId="292"/>
            <ac:picMk id="6" creationId="{25D14A54-28F6-FBDD-04AF-91091FB249B7}"/>
          </ac:picMkLst>
        </pc:picChg>
        <pc:picChg chg="add mod ord">
          <ac:chgData name="Arianna Marray (LPA Student)" userId="24612354-8c1c-44a3-93af-2c805b70f251" providerId="ADAL" clId="{3B823EBE-DA4A-4027-BF1F-3EF8D0194199}" dt="2026-10-04T00:57:47.121" v="669" actId="22"/>
          <ac:picMkLst>
            <pc:docMk/>
            <pc:sldMk cId="42172738" sldId="292"/>
            <ac:picMk id="7" creationId="{64F2B958-2655-9B9F-BB8D-5DE7BA1B1C46}"/>
          </ac:picMkLst>
        </pc:picChg>
      </pc:sldChg>
      <pc:sldChg chg="addSp delSp modSp new mod modTransition">
        <pc:chgData name="Arianna Marray (LPA Student)" userId="24612354-8c1c-44a3-93af-2c805b70f251" providerId="ADAL" clId="{3B823EBE-DA4A-4027-BF1F-3EF8D0194199}" dt="2026-10-04T20:08:08.147" v="1338" actId="1076"/>
        <pc:sldMkLst>
          <pc:docMk/>
          <pc:sldMk cId="3131739106" sldId="293"/>
        </pc:sldMkLst>
        <pc:spChg chg="mod">
          <ac:chgData name="Arianna Marray (LPA Student)" userId="24612354-8c1c-44a3-93af-2c805b70f251" providerId="ADAL" clId="{3B823EBE-DA4A-4027-BF1F-3EF8D0194199}" dt="2026-10-04T01:01:06.427" v="709" actId="255"/>
          <ac:spMkLst>
            <pc:docMk/>
            <pc:sldMk cId="3131739106" sldId="293"/>
            <ac:spMk id="2" creationId="{91FCF964-4AC1-27C7-2697-B606846223B4}"/>
          </ac:spMkLst>
        </pc:spChg>
        <pc:spChg chg="mod">
          <ac:chgData name="Arianna Marray (LPA Student)" userId="24612354-8c1c-44a3-93af-2c805b70f251" providerId="ADAL" clId="{3B823EBE-DA4A-4027-BF1F-3EF8D0194199}" dt="2026-10-04T01:01:30.385" v="739" actId="2711"/>
          <ac:spMkLst>
            <pc:docMk/>
            <pc:sldMk cId="3131739106" sldId="293"/>
            <ac:spMk id="4" creationId="{BD868739-7EB9-4516-4C6F-E81B2573D50E}"/>
          </ac:spMkLst>
        </pc:spChg>
        <pc:picChg chg="add mod">
          <ac:chgData name="Arianna Marray (LPA Student)" userId="24612354-8c1c-44a3-93af-2c805b70f251" providerId="ADAL" clId="{3B823EBE-DA4A-4027-BF1F-3EF8D0194199}" dt="2026-10-04T20:08:08.147" v="1338" actId="1076"/>
          <ac:picMkLst>
            <pc:docMk/>
            <pc:sldMk cId="3131739106" sldId="293"/>
            <ac:picMk id="7" creationId="{746B6D6C-C7FD-F8DC-1BB3-0D98688BDD0C}"/>
          </ac:picMkLst>
        </pc:picChg>
        <pc:picChg chg="add mod ord">
          <ac:chgData name="Arianna Marray (LPA Student)" userId="24612354-8c1c-44a3-93af-2c805b70f251" providerId="ADAL" clId="{3B823EBE-DA4A-4027-BF1F-3EF8D0194199}" dt="2026-10-04T01:00:52.501" v="707" actId="22"/>
          <ac:picMkLst>
            <pc:docMk/>
            <pc:sldMk cId="3131739106" sldId="293"/>
            <ac:picMk id="8" creationId="{FB30A0C6-BF05-22CE-E452-B643D79716A9}"/>
          </ac:picMkLst>
        </pc:picChg>
      </pc:sldChg>
      <pc:sldChg chg="addSp delSp modSp new mod modTransition modClrScheme chgLayout">
        <pc:chgData name="Arianna Marray (LPA Student)" userId="24612354-8c1c-44a3-93af-2c805b70f251" providerId="ADAL" clId="{3B823EBE-DA4A-4027-BF1F-3EF8D0194199}" dt="2026-10-04T20:08:13.042" v="1340" actId="1076"/>
        <pc:sldMkLst>
          <pc:docMk/>
          <pc:sldMk cId="4005140044" sldId="294"/>
        </pc:sldMkLst>
        <pc:spChg chg="mod">
          <ac:chgData name="Arianna Marray (LPA Student)" userId="24612354-8c1c-44a3-93af-2c805b70f251" providerId="ADAL" clId="{3B823EBE-DA4A-4027-BF1F-3EF8D0194199}" dt="2026-10-04T01:06:10.563" v="780" actId="26606"/>
          <ac:spMkLst>
            <pc:docMk/>
            <pc:sldMk cId="4005140044" sldId="294"/>
            <ac:spMk id="2" creationId="{F37ADFE0-83C0-51D7-88D9-25EF807C212D}"/>
          </ac:spMkLst>
        </pc:spChg>
        <pc:spChg chg="mod">
          <ac:chgData name="Arianna Marray (LPA Student)" userId="24612354-8c1c-44a3-93af-2c805b70f251" providerId="ADAL" clId="{3B823EBE-DA4A-4027-BF1F-3EF8D0194199}" dt="2026-10-04T01:06:16.608" v="781" actId="2711"/>
          <ac:spMkLst>
            <pc:docMk/>
            <pc:sldMk cId="4005140044" sldId="294"/>
            <ac:spMk id="3" creationId="{C3E75B82-C80D-5C49-5DFB-DE7D04CB4666}"/>
          </ac:spMkLst>
        </pc:spChg>
        <pc:spChg chg="mod">
          <ac:chgData name="Arianna Marray (LPA Student)" userId="24612354-8c1c-44a3-93af-2c805b70f251" providerId="ADAL" clId="{3B823EBE-DA4A-4027-BF1F-3EF8D0194199}" dt="2026-10-04T01:06:10.563" v="780" actId="26606"/>
          <ac:spMkLst>
            <pc:docMk/>
            <pc:sldMk cId="4005140044" sldId="294"/>
            <ac:spMk id="5" creationId="{D29BB2EA-AE3E-B93C-E5C8-A2C2765D8432}"/>
          </ac:spMkLst>
        </pc:spChg>
        <pc:spChg chg="mod">
          <ac:chgData name="Arianna Marray (LPA Student)" userId="24612354-8c1c-44a3-93af-2c805b70f251" providerId="ADAL" clId="{3B823EBE-DA4A-4027-BF1F-3EF8D0194199}" dt="2026-10-04T01:06:10.563" v="780" actId="26606"/>
          <ac:spMkLst>
            <pc:docMk/>
            <pc:sldMk cId="4005140044" sldId="294"/>
            <ac:spMk id="6" creationId="{7A79A832-4CA4-A653-BF2B-6D9A6BEA86B3}"/>
          </ac:spMkLst>
        </pc:spChg>
        <pc:picChg chg="add mod">
          <ac:chgData name="Arianna Marray (LPA Student)" userId="24612354-8c1c-44a3-93af-2c805b70f251" providerId="ADAL" clId="{3B823EBE-DA4A-4027-BF1F-3EF8D0194199}" dt="2026-10-04T20:08:13.042" v="1340" actId="1076"/>
          <ac:picMkLst>
            <pc:docMk/>
            <pc:sldMk cId="4005140044" sldId="294"/>
            <ac:picMk id="7" creationId="{43D7E5DA-D870-D9DB-51B5-EE154C3080FD}"/>
          </ac:picMkLst>
        </pc:picChg>
        <pc:picChg chg="add mod ord">
          <ac:chgData name="Arianna Marray (LPA Student)" userId="24612354-8c1c-44a3-93af-2c805b70f251" providerId="ADAL" clId="{3B823EBE-DA4A-4027-BF1F-3EF8D0194199}" dt="2026-10-04T01:06:10.563" v="780" actId="26606"/>
          <ac:picMkLst>
            <pc:docMk/>
            <pc:sldMk cId="4005140044" sldId="294"/>
            <ac:picMk id="8" creationId="{C111AB77-7504-3CD8-A412-9754C0FC748C}"/>
          </ac:picMkLst>
        </pc:picChg>
      </pc:sldChg>
      <pc:sldChg chg="addSp delSp modSp new mod ord modTransition">
        <pc:chgData name="Arianna Marray (LPA Student)" userId="24612354-8c1c-44a3-93af-2c805b70f251" providerId="ADAL" clId="{3B823EBE-DA4A-4027-BF1F-3EF8D0194199}" dt="2026-10-18T18:49:53.277" v="1545"/>
        <pc:sldMkLst>
          <pc:docMk/>
          <pc:sldMk cId="3133818282" sldId="295"/>
        </pc:sldMkLst>
        <pc:spChg chg="mod">
          <ac:chgData name="Arianna Marray (LPA Student)" userId="24612354-8c1c-44a3-93af-2c805b70f251" providerId="ADAL" clId="{3B823EBE-DA4A-4027-BF1F-3EF8D0194199}" dt="2026-10-18T18:36:55.084" v="1473"/>
          <ac:spMkLst>
            <pc:docMk/>
            <pc:sldMk cId="3133818282" sldId="295"/>
            <ac:spMk id="2" creationId="{0502F918-E0F2-81BB-E343-D5C6A4837E28}"/>
          </ac:spMkLst>
        </pc:spChg>
        <pc:spChg chg="mod">
          <ac:chgData name="Arianna Marray (LPA Student)" userId="24612354-8c1c-44a3-93af-2c805b70f251" providerId="ADAL" clId="{3B823EBE-DA4A-4027-BF1F-3EF8D0194199}" dt="2026-10-18T18:36:46.024" v="1472" actId="20577"/>
          <ac:spMkLst>
            <pc:docMk/>
            <pc:sldMk cId="3133818282" sldId="295"/>
            <ac:spMk id="4" creationId="{225B8A5A-F0BB-2650-80E0-A7CCF916A7D1}"/>
          </ac:spMkLst>
        </pc:spChg>
        <pc:spChg chg="add del mod">
          <ac:chgData name="Arianna Marray (LPA Student)" userId="24612354-8c1c-44a3-93af-2c805b70f251" providerId="ADAL" clId="{3B823EBE-DA4A-4027-BF1F-3EF8D0194199}" dt="2026-10-18T18:27:08.751" v="1455"/>
          <ac:spMkLst>
            <pc:docMk/>
            <pc:sldMk cId="3133818282" sldId="295"/>
            <ac:spMk id="8" creationId="{616EC7A5-035E-7FD6-91E8-E4720F44B1B9}"/>
          </ac:spMkLst>
        </pc:spChg>
        <pc:spChg chg="add del mod">
          <ac:chgData name="Arianna Marray (LPA Student)" userId="24612354-8c1c-44a3-93af-2c805b70f251" providerId="ADAL" clId="{3B823EBE-DA4A-4027-BF1F-3EF8D0194199}" dt="2026-10-18T18:33:51.040" v="1469" actId="22"/>
          <ac:spMkLst>
            <pc:docMk/>
            <pc:sldMk cId="3133818282" sldId="295"/>
            <ac:spMk id="11" creationId="{53DD947E-76B6-298C-0B49-324EA1A3DDBA}"/>
          </ac:spMkLst>
        </pc:spChg>
        <pc:picChg chg="add mod">
          <ac:chgData name="Arianna Marray (LPA Student)" userId="24612354-8c1c-44a3-93af-2c805b70f251" providerId="ADAL" clId="{3B823EBE-DA4A-4027-BF1F-3EF8D0194199}" dt="2026-10-18T18:36:57.385" v="1474" actId="1076"/>
          <ac:picMkLst>
            <pc:docMk/>
            <pc:sldMk cId="3133818282" sldId="295"/>
            <ac:picMk id="7" creationId="{A6B08790-4187-E5FC-6CC3-D9E55473FB9A}"/>
          </ac:picMkLst>
        </pc:picChg>
        <pc:picChg chg="add del mod">
          <ac:chgData name="Arianna Marray (LPA Student)" userId="24612354-8c1c-44a3-93af-2c805b70f251" providerId="ADAL" clId="{3B823EBE-DA4A-4027-BF1F-3EF8D0194199}" dt="2026-10-18T18:28:41.863" v="1461" actId="478"/>
          <ac:picMkLst>
            <pc:docMk/>
            <pc:sldMk cId="3133818282" sldId="295"/>
            <ac:picMk id="9" creationId="{D01EB86D-448C-A1EA-1417-94C081A064B7}"/>
          </ac:picMkLst>
        </pc:picChg>
        <pc:picChg chg="add del mod ord">
          <ac:chgData name="Arianna Marray (LPA Student)" userId="24612354-8c1c-44a3-93af-2c805b70f251" providerId="ADAL" clId="{3B823EBE-DA4A-4027-BF1F-3EF8D0194199}" dt="2026-10-18T18:26:56.916" v="1454" actId="478"/>
          <ac:picMkLst>
            <pc:docMk/>
            <pc:sldMk cId="3133818282" sldId="295"/>
            <ac:picMk id="12" creationId="{EB10C779-B2ED-269F-8986-1E5B123C0995}"/>
          </ac:picMkLst>
        </pc:picChg>
        <pc:picChg chg="add mod ord">
          <ac:chgData name="Arianna Marray (LPA Student)" userId="24612354-8c1c-44a3-93af-2c805b70f251" providerId="ADAL" clId="{3B823EBE-DA4A-4027-BF1F-3EF8D0194199}" dt="2026-10-18T18:33:51.040" v="1469" actId="22"/>
          <ac:picMkLst>
            <pc:docMk/>
            <pc:sldMk cId="3133818282" sldId="295"/>
            <ac:picMk id="14" creationId="{5C5C8F62-206C-570B-5F36-413638207194}"/>
          </ac:picMkLst>
        </pc:picChg>
      </pc:sldChg>
      <pc:sldChg chg="addSp delSp modSp new mod">
        <pc:chgData name="Arianna Marray (LPA Student)" userId="24612354-8c1c-44a3-93af-2c805b70f251" providerId="ADAL" clId="{3B823EBE-DA4A-4027-BF1F-3EF8D0194199}" dt="2026-10-04T20:07:10.363" v="1328" actId="1076"/>
        <pc:sldMkLst>
          <pc:docMk/>
          <pc:sldMk cId="1738704147" sldId="296"/>
        </pc:sldMkLst>
        <pc:spChg chg="mod">
          <ac:chgData name="Arianna Marray (LPA Student)" userId="24612354-8c1c-44a3-93af-2c805b70f251" providerId="ADAL" clId="{3B823EBE-DA4A-4027-BF1F-3EF8D0194199}" dt="2026-10-04T02:38:14.008" v="890"/>
          <ac:spMkLst>
            <pc:docMk/>
            <pc:sldMk cId="1738704147" sldId="296"/>
            <ac:spMk id="2" creationId="{836BEA67-44D8-132B-D593-4AC8A995D6CF}"/>
          </ac:spMkLst>
        </pc:spChg>
        <pc:spChg chg="mod">
          <ac:chgData name="Arianna Marray (LPA Student)" userId="24612354-8c1c-44a3-93af-2c805b70f251" providerId="ADAL" clId="{3B823EBE-DA4A-4027-BF1F-3EF8D0194199}" dt="2026-10-04T02:41:35.323" v="929" actId="20577"/>
          <ac:spMkLst>
            <pc:docMk/>
            <pc:sldMk cId="1738704147" sldId="296"/>
            <ac:spMk id="4" creationId="{4C22CA7F-8ADB-F3FC-A0BC-8D12DCF60F39}"/>
          </ac:spMkLst>
        </pc:spChg>
        <pc:picChg chg="add mod">
          <ac:chgData name="Arianna Marray (LPA Student)" userId="24612354-8c1c-44a3-93af-2c805b70f251" providerId="ADAL" clId="{3B823EBE-DA4A-4027-BF1F-3EF8D0194199}" dt="2026-10-04T20:07:10.363" v="1328" actId="1076"/>
          <ac:picMkLst>
            <pc:docMk/>
            <pc:sldMk cId="1738704147" sldId="296"/>
            <ac:picMk id="7" creationId="{1D023AAA-F5D6-2D19-F62F-BD29006EFE65}"/>
          </ac:picMkLst>
        </pc:picChg>
        <pc:picChg chg="add mod ord">
          <ac:chgData name="Arianna Marray (LPA Student)" userId="24612354-8c1c-44a3-93af-2c805b70f251" providerId="ADAL" clId="{3B823EBE-DA4A-4027-BF1F-3EF8D0194199}" dt="2026-10-04T02:40:43.676" v="891" actId="22"/>
          <ac:picMkLst>
            <pc:docMk/>
            <pc:sldMk cId="1738704147" sldId="296"/>
            <ac:picMk id="8" creationId="{C6DBC39F-7634-3939-B4D4-4A0E3ED482A7}"/>
          </ac:picMkLst>
        </pc:picChg>
      </pc:sldChg>
      <pc:sldChg chg="addSp delSp modSp new mod ord">
        <pc:chgData name="Arianna Marray (LPA Student)" userId="24612354-8c1c-44a3-93af-2c805b70f251" providerId="ADAL" clId="{3B823EBE-DA4A-4027-BF1F-3EF8D0194199}" dt="2026-10-04T20:07:21.529" v="1330" actId="1076"/>
        <pc:sldMkLst>
          <pc:docMk/>
          <pc:sldMk cId="3664546681" sldId="297"/>
        </pc:sldMkLst>
        <pc:spChg chg="mod">
          <ac:chgData name="Arianna Marray (LPA Student)" userId="24612354-8c1c-44a3-93af-2c805b70f251" providerId="ADAL" clId="{3B823EBE-DA4A-4027-BF1F-3EF8D0194199}" dt="2026-10-04T19:33:26.757" v="936"/>
          <ac:spMkLst>
            <pc:docMk/>
            <pc:sldMk cId="3664546681" sldId="297"/>
            <ac:spMk id="2" creationId="{97BF5E7D-B13D-95FE-C02C-F4C96F1331B8}"/>
          </ac:spMkLst>
        </pc:spChg>
        <pc:spChg chg="mod">
          <ac:chgData name="Arianna Marray (LPA Student)" userId="24612354-8c1c-44a3-93af-2c805b70f251" providerId="ADAL" clId="{3B823EBE-DA4A-4027-BF1F-3EF8D0194199}" dt="2026-10-04T19:34:20.658" v="977" actId="2711"/>
          <ac:spMkLst>
            <pc:docMk/>
            <pc:sldMk cId="3664546681" sldId="297"/>
            <ac:spMk id="4" creationId="{2D46EE68-3614-11BC-0C90-AA88AE637753}"/>
          </ac:spMkLst>
        </pc:spChg>
        <pc:picChg chg="add mod ord">
          <ac:chgData name="Arianna Marray (LPA Student)" userId="24612354-8c1c-44a3-93af-2c805b70f251" providerId="ADAL" clId="{3B823EBE-DA4A-4027-BF1F-3EF8D0194199}" dt="2026-10-04T19:33:35.685" v="937" actId="22"/>
          <ac:picMkLst>
            <pc:docMk/>
            <pc:sldMk cId="3664546681" sldId="297"/>
            <ac:picMk id="8" creationId="{9C3C05F9-61A6-AB7C-9F9B-A0359553B703}"/>
          </ac:picMkLst>
        </pc:picChg>
        <pc:picChg chg="add mod">
          <ac:chgData name="Arianna Marray (LPA Student)" userId="24612354-8c1c-44a3-93af-2c805b70f251" providerId="ADAL" clId="{3B823EBE-DA4A-4027-BF1F-3EF8D0194199}" dt="2026-10-04T20:07:21.529" v="1330" actId="1076"/>
          <ac:picMkLst>
            <pc:docMk/>
            <pc:sldMk cId="3664546681" sldId="297"/>
            <ac:picMk id="10" creationId="{25562445-9C69-DB9E-07F4-36FBE546FAC5}"/>
          </ac:picMkLst>
        </pc:picChg>
      </pc:sldChg>
      <pc:sldChg chg="addSp delSp modSp new mod ord modTransition">
        <pc:chgData name="Arianna Marray (LPA Student)" userId="24612354-8c1c-44a3-93af-2c805b70f251" providerId="ADAL" clId="{3B823EBE-DA4A-4027-BF1F-3EF8D0194199}" dt="2026-10-18T18:51:49.272" v="1548"/>
        <pc:sldMkLst>
          <pc:docMk/>
          <pc:sldMk cId="932479032" sldId="298"/>
        </pc:sldMkLst>
        <pc:spChg chg="mod">
          <ac:chgData name="Arianna Marray (LPA Student)" userId="24612354-8c1c-44a3-93af-2c805b70f251" providerId="ADAL" clId="{3B823EBE-DA4A-4027-BF1F-3EF8D0194199}" dt="2026-10-04T19:43:39.086" v="981"/>
          <ac:spMkLst>
            <pc:docMk/>
            <pc:sldMk cId="932479032" sldId="298"/>
            <ac:spMk id="2" creationId="{1B45B205-FAB5-0D69-6954-E89934D31629}"/>
          </ac:spMkLst>
        </pc:spChg>
        <pc:spChg chg="mod">
          <ac:chgData name="Arianna Marray (LPA Student)" userId="24612354-8c1c-44a3-93af-2c805b70f251" providerId="ADAL" clId="{3B823EBE-DA4A-4027-BF1F-3EF8D0194199}" dt="2026-10-04T19:45:51.340" v="1043" actId="20577"/>
          <ac:spMkLst>
            <pc:docMk/>
            <pc:sldMk cId="932479032" sldId="298"/>
            <ac:spMk id="4" creationId="{08B42D75-0E9C-2B06-F457-E02564CB382C}"/>
          </ac:spMkLst>
        </pc:spChg>
        <pc:picChg chg="add mod ord">
          <ac:chgData name="Arianna Marray (LPA Student)" userId="24612354-8c1c-44a3-93af-2c805b70f251" providerId="ADAL" clId="{3B823EBE-DA4A-4027-BF1F-3EF8D0194199}" dt="2026-10-04T19:44:47.534" v="982" actId="22"/>
          <ac:picMkLst>
            <pc:docMk/>
            <pc:sldMk cId="932479032" sldId="298"/>
            <ac:picMk id="8" creationId="{791CC606-4C79-FD69-30F2-4014A3FB0FF0}"/>
          </ac:picMkLst>
        </pc:picChg>
        <pc:picChg chg="add mod">
          <ac:chgData name="Arianna Marray (LPA Student)" userId="24612354-8c1c-44a3-93af-2c805b70f251" providerId="ADAL" clId="{3B823EBE-DA4A-4027-BF1F-3EF8D0194199}" dt="2026-10-04T20:09:10.767" v="1358" actId="1076"/>
          <ac:picMkLst>
            <pc:docMk/>
            <pc:sldMk cId="932479032" sldId="298"/>
            <ac:picMk id="10" creationId="{F7A18284-F4D7-1F06-4D0F-CDDD68030251}"/>
          </ac:picMkLst>
        </pc:picChg>
      </pc:sldChg>
      <pc:sldChg chg="addSp delSp modSp new mod modTransition">
        <pc:chgData name="Arianna Marray (LPA Student)" userId="24612354-8c1c-44a3-93af-2c805b70f251" providerId="ADAL" clId="{3B823EBE-DA4A-4027-BF1F-3EF8D0194199}" dt="2026-10-19T01:47:42.873" v="1827" actId="478"/>
        <pc:sldMkLst>
          <pc:docMk/>
          <pc:sldMk cId="1126316941" sldId="299"/>
        </pc:sldMkLst>
        <pc:spChg chg="mod">
          <ac:chgData name="Arianna Marray (LPA Student)" userId="24612354-8c1c-44a3-93af-2c805b70f251" providerId="ADAL" clId="{3B823EBE-DA4A-4027-BF1F-3EF8D0194199}" dt="2026-10-04T20:05:01.463" v="1309"/>
          <ac:spMkLst>
            <pc:docMk/>
            <pc:sldMk cId="1126316941" sldId="299"/>
            <ac:spMk id="2" creationId="{09ADE38A-367E-4DC9-B1AF-C511B1FD23D2}"/>
          </ac:spMkLst>
        </pc:spChg>
        <pc:spChg chg="mod">
          <ac:chgData name="Arianna Marray (LPA Student)" userId="24612354-8c1c-44a3-93af-2c805b70f251" providerId="ADAL" clId="{3B823EBE-DA4A-4027-BF1F-3EF8D0194199}" dt="2026-10-04T19:48:53.247" v="1088" actId="20577"/>
          <ac:spMkLst>
            <pc:docMk/>
            <pc:sldMk cId="1126316941" sldId="299"/>
            <ac:spMk id="3" creationId="{E5888054-9073-37DA-31D8-21AFE9BCCCBD}"/>
          </ac:spMkLst>
        </pc:spChg>
        <pc:picChg chg="add del">
          <ac:chgData name="Arianna Marray (LPA Student)" userId="24612354-8c1c-44a3-93af-2c805b70f251" providerId="ADAL" clId="{3B823EBE-DA4A-4027-BF1F-3EF8D0194199}" dt="2026-10-19T01:47:42.873" v="1827" actId="478"/>
          <ac:picMkLst>
            <pc:docMk/>
            <pc:sldMk cId="1126316941" sldId="299"/>
            <ac:picMk id="7" creationId="{230E25DF-4352-CED1-2D43-6E3337D9DB52}"/>
          </ac:picMkLst>
        </pc:picChg>
        <pc:picChg chg="add mod ord">
          <ac:chgData name="Arianna Marray (LPA Student)" userId="24612354-8c1c-44a3-93af-2c805b70f251" providerId="ADAL" clId="{3B823EBE-DA4A-4027-BF1F-3EF8D0194199}" dt="2026-10-04T19:48:06.645" v="1047" actId="22"/>
          <ac:picMkLst>
            <pc:docMk/>
            <pc:sldMk cId="1126316941" sldId="299"/>
            <ac:picMk id="8" creationId="{12439F62-C8D3-7995-9529-4FFBC77D168E}"/>
          </ac:picMkLst>
        </pc:picChg>
        <pc:picChg chg="add mod">
          <ac:chgData name="Arianna Marray (LPA Student)" userId="24612354-8c1c-44a3-93af-2c805b70f251" providerId="ADAL" clId="{3B823EBE-DA4A-4027-BF1F-3EF8D0194199}" dt="2026-10-04T20:09:05.620" v="1356" actId="1076"/>
          <ac:picMkLst>
            <pc:docMk/>
            <pc:sldMk cId="1126316941" sldId="299"/>
            <ac:picMk id="10" creationId="{3687F55E-7055-4939-B1AA-70F3E4B66112}"/>
          </ac:picMkLst>
        </pc:picChg>
      </pc:sldChg>
      <pc:sldChg chg="addSp modSp new mod ord">
        <pc:chgData name="Arianna Marray (LPA Student)" userId="24612354-8c1c-44a3-93af-2c805b70f251" providerId="ADAL" clId="{3B823EBE-DA4A-4027-BF1F-3EF8D0194199}" dt="2026-10-04T20:00:19.273" v="1308"/>
        <pc:sldMkLst>
          <pc:docMk/>
          <pc:sldMk cId="3206541303" sldId="300"/>
        </pc:sldMkLst>
        <pc:spChg chg="mod">
          <ac:chgData name="Arianna Marray (LPA Student)" userId="24612354-8c1c-44a3-93af-2c805b70f251" providerId="ADAL" clId="{3B823EBE-DA4A-4027-BF1F-3EF8D0194199}" dt="2026-10-04T19:54:51.968" v="1092" actId="20577"/>
          <ac:spMkLst>
            <pc:docMk/>
            <pc:sldMk cId="3206541303" sldId="300"/>
            <ac:spMk id="2" creationId="{2AC46D2E-37B3-B8A9-E5D7-F86AB7E46FDD}"/>
          </ac:spMkLst>
        </pc:spChg>
        <pc:spChg chg="mod">
          <ac:chgData name="Arianna Marray (LPA Student)" userId="24612354-8c1c-44a3-93af-2c805b70f251" providerId="ADAL" clId="{3B823EBE-DA4A-4027-BF1F-3EF8D0194199}" dt="2026-10-04T19:59:06.638" v="1300" actId="20577"/>
          <ac:spMkLst>
            <pc:docMk/>
            <pc:sldMk cId="3206541303" sldId="300"/>
            <ac:spMk id="3" creationId="{E463FD9D-C09F-FFF4-347B-EE077C983CA8}"/>
          </ac:spMkLst>
        </pc:spChg>
        <pc:picChg chg="add mod">
          <ac:chgData name="Arianna Marray (LPA Student)" userId="24612354-8c1c-44a3-93af-2c805b70f251" providerId="ADAL" clId="{3B823EBE-DA4A-4027-BF1F-3EF8D0194199}" dt="2026-10-04T19:56:09.295" v="1122" actId="1076"/>
          <ac:picMkLst>
            <pc:docMk/>
            <pc:sldMk cId="3206541303" sldId="300"/>
            <ac:picMk id="7" creationId="{DE62F3F4-3FD5-E1DE-D385-53D03FBD2E0E}"/>
          </ac:picMkLst>
        </pc:picChg>
        <pc:picChg chg="add mod">
          <ac:chgData name="Arianna Marray (LPA Student)" userId="24612354-8c1c-44a3-93af-2c805b70f251" providerId="ADAL" clId="{3B823EBE-DA4A-4027-BF1F-3EF8D0194199}" dt="2026-10-04T19:59:43.130" v="1306" actId="14100"/>
          <ac:picMkLst>
            <pc:docMk/>
            <pc:sldMk cId="3206541303" sldId="300"/>
            <ac:picMk id="9" creationId="{B29BB1DE-2CC6-F7B2-5258-2E7C1E132CD7}"/>
          </ac:picMkLst>
        </pc:picChg>
      </pc:sldChg>
      <pc:sldChg chg="addSp delSp modSp new mod modTransition delAnim modAnim">
        <pc:chgData name="Arianna Marray (LPA Student)" userId="24612354-8c1c-44a3-93af-2c805b70f251" providerId="ADAL" clId="{3B823EBE-DA4A-4027-BF1F-3EF8D0194199}" dt="2026-10-18T19:22:34.961" v="1651" actId="113"/>
        <pc:sldMkLst>
          <pc:docMk/>
          <pc:sldMk cId="2281848748" sldId="301"/>
        </pc:sldMkLst>
        <pc:spChg chg="mod">
          <ac:chgData name="Arianna Marray (LPA Student)" userId="24612354-8c1c-44a3-93af-2c805b70f251" providerId="ADAL" clId="{3B823EBE-DA4A-4027-BF1F-3EF8D0194199}" dt="2026-10-18T19:10:55.049" v="1577" actId="20577"/>
          <ac:spMkLst>
            <pc:docMk/>
            <pc:sldMk cId="2281848748" sldId="301"/>
            <ac:spMk id="2" creationId="{381F5E42-3387-705E-6876-C7D7FC0D618C}"/>
          </ac:spMkLst>
        </pc:spChg>
        <pc:spChg chg="del">
          <ac:chgData name="Arianna Marray (LPA Student)" userId="24612354-8c1c-44a3-93af-2c805b70f251" providerId="ADAL" clId="{3B823EBE-DA4A-4027-BF1F-3EF8D0194199}" dt="2026-10-18T19:16:00.462" v="1592" actId="22"/>
          <ac:spMkLst>
            <pc:docMk/>
            <pc:sldMk cId="2281848748" sldId="301"/>
            <ac:spMk id="3" creationId="{9455A00F-3F26-808F-5DD3-C59573552583}"/>
          </ac:spMkLst>
        </pc:spChg>
        <pc:spChg chg="add mod">
          <ac:chgData name="Arianna Marray (LPA Student)" userId="24612354-8c1c-44a3-93af-2c805b70f251" providerId="ADAL" clId="{3B823EBE-DA4A-4027-BF1F-3EF8D0194199}" dt="2026-10-18T19:22:34.961" v="1651" actId="113"/>
          <ac:spMkLst>
            <pc:docMk/>
            <pc:sldMk cId="2281848748" sldId="301"/>
            <ac:spMk id="16" creationId="{C5CACB4C-92C9-8706-D4DF-D5292D2BCC1D}"/>
          </ac:spMkLst>
        </pc:spChg>
        <pc:picChg chg="add del mod">
          <ac:chgData name="Arianna Marray (LPA Student)" userId="24612354-8c1c-44a3-93af-2c805b70f251" providerId="ADAL" clId="{3B823EBE-DA4A-4027-BF1F-3EF8D0194199}" dt="2026-10-18T19:13:47.200" v="1584" actId="478"/>
          <ac:picMkLst>
            <pc:docMk/>
            <pc:sldMk cId="2281848748" sldId="301"/>
            <ac:picMk id="7" creationId="{9720862E-B851-FB31-9A28-5BCB81FBEEFE}"/>
          </ac:picMkLst>
        </pc:picChg>
        <pc:picChg chg="add del mod">
          <ac:chgData name="Arianna Marray (LPA Student)" userId="24612354-8c1c-44a3-93af-2c805b70f251" providerId="ADAL" clId="{3B823EBE-DA4A-4027-BF1F-3EF8D0194199}" dt="2026-10-18T19:13:44.754" v="1582" actId="478"/>
          <ac:picMkLst>
            <pc:docMk/>
            <pc:sldMk cId="2281848748" sldId="301"/>
            <ac:picMk id="9" creationId="{986D8DBF-238D-48FC-71BC-8981285D1FC2}"/>
          </ac:picMkLst>
        </pc:picChg>
        <pc:picChg chg="add mod">
          <ac:chgData name="Arianna Marray (LPA Student)" userId="24612354-8c1c-44a3-93af-2c805b70f251" providerId="ADAL" clId="{3B823EBE-DA4A-4027-BF1F-3EF8D0194199}" dt="2026-10-18T19:14:34.966" v="1589" actId="1076"/>
          <ac:picMkLst>
            <pc:docMk/>
            <pc:sldMk cId="2281848748" sldId="301"/>
            <ac:picMk id="11" creationId="{F0BBEB80-B306-B1C4-7ABA-D51F2CDAAA03}"/>
          </ac:picMkLst>
        </pc:picChg>
        <pc:picChg chg="add mod ord">
          <ac:chgData name="Arianna Marray (LPA Student)" userId="24612354-8c1c-44a3-93af-2c805b70f251" providerId="ADAL" clId="{3B823EBE-DA4A-4027-BF1F-3EF8D0194199}" dt="2026-10-18T19:16:06.141" v="1594" actId="1076"/>
          <ac:picMkLst>
            <pc:docMk/>
            <pc:sldMk cId="2281848748" sldId="301"/>
            <ac:picMk id="13" creationId="{913A9BA0-5A92-07EB-17EC-56E4952D541C}"/>
          </ac:picMkLst>
        </pc:picChg>
        <pc:picChg chg="add mod">
          <ac:chgData name="Arianna Marray (LPA Student)" userId="24612354-8c1c-44a3-93af-2c805b70f251" providerId="ADAL" clId="{3B823EBE-DA4A-4027-BF1F-3EF8D0194199}" dt="2026-10-18T19:20:10.025" v="1602" actId="1076"/>
          <ac:picMkLst>
            <pc:docMk/>
            <pc:sldMk cId="2281848748" sldId="301"/>
            <ac:picMk id="15" creationId="{E39FB6AA-D1AF-0484-3EF4-3E34809439B6}"/>
          </ac:picMkLst>
        </pc:picChg>
      </pc:sldChg>
      <pc:sldChg chg="addSp delSp modSp new mod ord">
        <pc:chgData name="Arianna Marray (LPA Student)" userId="24612354-8c1c-44a3-93af-2c805b70f251" providerId="ADAL" clId="{3B823EBE-DA4A-4027-BF1F-3EF8D0194199}" dt="2026-10-19T01:48:00.523" v="1831"/>
        <pc:sldMkLst>
          <pc:docMk/>
          <pc:sldMk cId="2472173632" sldId="302"/>
        </pc:sldMkLst>
        <pc:spChg chg="mod">
          <ac:chgData name="Arianna Marray (LPA Student)" userId="24612354-8c1c-44a3-93af-2c805b70f251" providerId="ADAL" clId="{3B823EBE-DA4A-4027-BF1F-3EF8D0194199}" dt="2026-10-19T01:47:18.969" v="1824" actId="20577"/>
          <ac:spMkLst>
            <pc:docMk/>
            <pc:sldMk cId="2472173632" sldId="302"/>
            <ac:spMk id="2" creationId="{5F48FA28-C657-FBAF-8C69-0F170857B3F4}"/>
          </ac:spMkLst>
        </pc:spChg>
        <pc:spChg chg="del">
          <ac:chgData name="Arianna Marray (LPA Student)" userId="24612354-8c1c-44a3-93af-2c805b70f251" providerId="ADAL" clId="{3B823EBE-DA4A-4027-BF1F-3EF8D0194199}" dt="2026-10-19T01:47:26.520" v="1825" actId="22"/>
          <ac:spMkLst>
            <pc:docMk/>
            <pc:sldMk cId="2472173632" sldId="302"/>
            <ac:spMk id="4" creationId="{D83C977B-891F-E9CE-F177-516604A2E59A}"/>
          </ac:spMkLst>
        </pc:spChg>
        <pc:picChg chg="add mod ord">
          <ac:chgData name="Arianna Marray (LPA Student)" userId="24612354-8c1c-44a3-93af-2c805b70f251" providerId="ADAL" clId="{3B823EBE-DA4A-4027-BF1F-3EF8D0194199}" dt="2026-10-19T01:47:26.520" v="1825" actId="22"/>
          <ac:picMkLst>
            <pc:docMk/>
            <pc:sldMk cId="2472173632" sldId="302"/>
            <ac:picMk id="8" creationId="{F89BDD90-4D26-167F-652B-EB61A0BE5625}"/>
          </ac:picMkLst>
        </pc:picChg>
        <pc:picChg chg="add mod">
          <ac:chgData name="Arianna Marray (LPA Student)" userId="24612354-8c1c-44a3-93af-2c805b70f251" providerId="ADAL" clId="{3B823EBE-DA4A-4027-BF1F-3EF8D0194199}" dt="2026-10-19T01:47:49.756" v="1829" actId="1076"/>
          <ac:picMkLst>
            <pc:docMk/>
            <pc:sldMk cId="2472173632" sldId="302"/>
            <ac:picMk id="10" creationId="{1CAA19DD-A116-29CD-02DD-9610A98FEC13}"/>
          </ac:picMkLst>
        </pc:picChg>
      </pc:sldChg>
      <pc:sldChg chg="addSp delSp modSp new mod modTransition">
        <pc:chgData name="Arianna Marray (LPA Student)" userId="24612354-8c1c-44a3-93af-2c805b70f251" providerId="ADAL" clId="{3B823EBE-DA4A-4027-BF1F-3EF8D0194199}" dt="2026-10-19T01:57:34.579" v="1925"/>
        <pc:sldMkLst>
          <pc:docMk/>
          <pc:sldMk cId="771719491" sldId="303"/>
        </pc:sldMkLst>
        <pc:spChg chg="mod">
          <ac:chgData name="Arianna Marray (LPA Student)" userId="24612354-8c1c-44a3-93af-2c805b70f251" providerId="ADAL" clId="{3B823EBE-DA4A-4027-BF1F-3EF8D0194199}" dt="2026-10-19T01:52:31.338" v="1882"/>
          <ac:spMkLst>
            <pc:docMk/>
            <pc:sldMk cId="771719491" sldId="303"/>
            <ac:spMk id="2" creationId="{6E3A11A4-7EEF-F540-B36C-F6CB724A95B7}"/>
          </ac:spMkLst>
        </pc:spChg>
        <pc:spChg chg="mod">
          <ac:chgData name="Arianna Marray (LPA Student)" userId="24612354-8c1c-44a3-93af-2c805b70f251" providerId="ADAL" clId="{3B823EBE-DA4A-4027-BF1F-3EF8D0194199}" dt="2026-10-19T01:52:35.922" v="1883" actId="2711"/>
          <ac:spMkLst>
            <pc:docMk/>
            <pc:sldMk cId="771719491" sldId="303"/>
            <ac:spMk id="3" creationId="{36158AA0-126B-FA5F-4710-559AC4F4E8C5}"/>
          </ac:spMkLst>
        </pc:spChg>
        <pc:spChg chg="del">
          <ac:chgData name="Arianna Marray (LPA Student)" userId="24612354-8c1c-44a3-93af-2c805b70f251" providerId="ADAL" clId="{3B823EBE-DA4A-4027-BF1F-3EF8D0194199}" dt="2026-10-19T01:51:12.349" v="1833" actId="22"/>
          <ac:spMkLst>
            <pc:docMk/>
            <pc:sldMk cId="771719491" sldId="303"/>
            <ac:spMk id="4" creationId="{FF5AC791-B09E-79DC-7809-4500BAC7C484}"/>
          </ac:spMkLst>
        </pc:spChg>
        <pc:picChg chg="add mod ord">
          <ac:chgData name="Arianna Marray (LPA Student)" userId="24612354-8c1c-44a3-93af-2c805b70f251" providerId="ADAL" clId="{3B823EBE-DA4A-4027-BF1F-3EF8D0194199}" dt="2026-10-19T01:51:12.349" v="1833" actId="22"/>
          <ac:picMkLst>
            <pc:docMk/>
            <pc:sldMk cId="771719491" sldId="303"/>
            <ac:picMk id="8" creationId="{82B5BA22-1875-37A2-61A9-FFD9297B2E1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B61F67-4219-82BD-D357-355AA7591C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FE2BF-AD88-9811-C6DD-79DABAC559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DDA53-17BB-4810-91A8-94FE944ADC38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F7338-476F-59A1-B752-865882DA12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C2ED2-F5D9-8398-9B1F-9E1D760B07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BCF56-022D-4E84-9600-36794E4DE2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505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08D30-F807-4561-A81E-6E077448AA00}" type="datetimeFigureOut">
              <a:rPr lang="en-US" smtClean="0"/>
              <a:t>10/18/2026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2C05A-7A07-4286-AA18-B883C0AF9A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8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50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06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55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851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528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31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995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15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817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743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372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2C05A-7A07-4286-AA18-B883C0AF9A3B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997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686" y="1209643"/>
            <a:ext cx="8508273" cy="4968000"/>
          </a:xfrm>
        </p:spPr>
        <p:txBody>
          <a:bodyPr anchor="ctr"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3499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phic 45">
            <a:extLst>
              <a:ext uri="{FF2B5EF4-FFF2-40B4-BE49-F238E27FC236}">
                <a16:creationId xmlns:a16="http://schemas.microsoft.com/office/drawing/2014/main" id="{FFDE191C-52DF-6A6D-EC88-18A052FFB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7716"/>
          <a:stretch/>
        </p:blipFill>
        <p:spPr>
          <a:xfrm rot="16200000">
            <a:off x="9722190" y="160175"/>
            <a:ext cx="2394401" cy="2545223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6D30DCAC-B495-853F-9921-FBA390186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1140620" y="2616531"/>
            <a:ext cx="2394401" cy="408644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CB78A71-D8F9-12A2-1D4E-A2C2E4E15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94100" y="380999"/>
            <a:ext cx="4972050" cy="5475954"/>
            <a:chOff x="1698171" y="691024"/>
            <a:chExt cx="4972050" cy="547595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1FCBAB4-0CBD-A738-A058-100C35A0BDF1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972050" cy="5475954"/>
              <a:chOff x="1466850" y="380320"/>
              <a:chExt cx="5233574" cy="5763985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67098CE-4555-2BEE-5226-2E2F9EE1D5BB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5233574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A0CBAEB-0BE9-F75E-CB8D-A411C52E889A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5233574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EDFCBD7-3731-A5D1-BB82-218531D6BA6E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A6D4634-51B3-BE70-0479-199D811D75F3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2B1D16B-1A18-4890-4596-F24DD1C0BA94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98E60AF-0ABD-505A-4D5D-18B025CCA331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0" name="Title 1">
            <a:extLst>
              <a:ext uri="{FF2B5EF4-FFF2-40B4-BE49-F238E27FC236}">
                <a16:creationId xmlns:a16="http://schemas.microsoft.com/office/drawing/2014/main" id="{A048DF11-5712-A1DF-9E33-2C705AF54B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068" y="851547"/>
            <a:ext cx="4275364" cy="197963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5FC08F1C-3206-A42D-3BCD-F04FBA7839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7886" y="2831182"/>
            <a:ext cx="4275364" cy="2660213"/>
          </a:xfrm>
        </p:spPr>
        <p:txBody>
          <a:bodyPr tIns="0" bIns="0"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600"/>
            </a:lvl3pPr>
            <a:lvl4pPr>
              <a:lnSpc>
                <a:spcPct val="150000"/>
              </a:lnSpc>
              <a:defRPr sz="1400"/>
            </a:lvl4pPr>
            <a:lvl5pPr>
              <a:lnSpc>
                <a:spcPct val="150000"/>
              </a:lnSpc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671B5C-5A86-C6A6-2913-1F73F100E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42D9D8C-0E11-E268-D458-EC3BC4FD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Date Placeholder 3">
            <a:extLst>
              <a:ext uri="{FF2B5EF4-FFF2-40B4-BE49-F238E27FC236}">
                <a16:creationId xmlns:a16="http://schemas.microsoft.com/office/drawing/2014/main" id="{8E4CD02A-FF2F-864A-138B-368FE9BFD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5B0F505A-EE51-9D7A-42EA-2CD2CD43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4905353-8D75-B3E2-2489-1D6907755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4DBFD95C-0912-3222-EECA-8F84031BC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7F30B651-FA38-151D-A122-6186F222C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343855C-EC70-E12C-3368-415B1AC40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84" y="1059463"/>
            <a:ext cx="6008915" cy="4431932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81871" y="881363"/>
            <a:ext cx="4297680" cy="493776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8B87FB-2727-2ED0-7E72-76E55BE4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C4F77E-C259-1702-5FF7-B1EF4F06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4EF1CA-0713-F725-CD7A-054E12143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7C27500-80A5-ACE3-E5FE-30B63950C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256C1F-A548-F457-2753-E96A83E5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97F79C1-FB83-AC51-70F8-8E7305F7C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DD93F0-5136-93CB-0125-942AA6382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E7A212-2920-1971-09FB-8F2CF4512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480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644" y="841808"/>
            <a:ext cx="6712153" cy="4012867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3774F2-22B6-2050-1FA9-905E2B2B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532" y="4854677"/>
            <a:ext cx="6008915" cy="6529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406CD66-4AAA-6429-2E99-B4514373C2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4784" y="4854677"/>
            <a:ext cx="6008915" cy="65292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6631" y="859509"/>
            <a:ext cx="4324485" cy="498348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9CD2F2-6C1D-5B8C-C5CF-40222BAE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16551A-8E0E-2E51-2D2F-BD765A674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612F406-221C-DFC9-5B2E-A6B4A06FF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08FB81D-7980-C91F-E68F-CA152DB4A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790F93D-BC22-F46A-6921-211237434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BA151EE-A96C-A1AB-6996-3FF8F8AF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0FBE0826-C479-F9B2-BE8C-B31F4CD98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278FC6-6AA7-8092-6593-326853123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39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79ADB4-793B-694B-0F44-63AED5A3B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30572"/>
            <a:ext cx="10907016" cy="1162882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0" y="1917700"/>
            <a:ext cx="10907016" cy="3340099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C63F8-081B-3D1E-1EC2-A59B7627A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B6F8D9-3C25-DDB8-6C45-D06BF5D83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A069417-406B-7583-F175-EE9B3830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DDC80A3-1127-C309-CCCF-459D4B365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D4C341-6443-CB24-41AE-09E84AA6E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53FCF92-6C55-D212-BCA4-51709D62A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5EF7369-613A-D7D3-3478-17904CF31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B5CA49-A7D8-662B-28C7-95B7B7AD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99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6326" y="1224098"/>
            <a:ext cx="8939349" cy="3717472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0A1C84-853A-628A-A9BA-CA6C9B1A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60173" y="5017288"/>
            <a:ext cx="7271656" cy="65292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171" y="5017288"/>
            <a:ext cx="7271657" cy="652923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3416" y="1933575"/>
            <a:ext cx="5312664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50" y="1933575"/>
            <a:ext cx="5314950" cy="3661683"/>
          </a:xfrm>
          <a:prstGeom prst="roundRect">
            <a:avLst>
              <a:gd name="adj" fmla="val 9932"/>
            </a:avLst>
          </a:prstGeom>
          <a:solidFill>
            <a:schemeClr val="accent5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B85A72-D42C-6248-9886-01A284D0AE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C8E618-75F9-458D-3A62-1F2682AD9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417590-A410-1B88-C23B-74EA0E7EA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0C0BEF1-6AFB-D9F2-2B8C-DF15558CAB5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88999" y="2343150"/>
            <a:ext cx="4873446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B32CC6-748C-4CAB-2EAB-F498EBD8B32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496321" y="2343150"/>
            <a:ext cx="4873446" cy="2990850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95B39729-974D-AA19-321C-259F9E677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0225ACC-FFD9-6B8F-F487-1D67910EA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1D0E68D-DD6F-159D-E995-52C3D7D5E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B0E3525-56EE-84A4-2487-4BBC37B43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F9CA93E-AA01-748E-065E-20F3E1A1A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43D476-B609-7D5A-A9DF-7D73B31B1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89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482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49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3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8533775-BAF7-CC9D-D6AD-AD60D3BA9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88998" y="2343150"/>
            <a:ext cx="6762631" cy="2994868"/>
          </a:xfrm>
        </p:spPr>
        <p:txBody>
          <a:bodyPr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sz="1800"/>
            </a:lvl1pPr>
            <a:lvl2pPr marL="228600">
              <a:lnSpc>
                <a:spcPts val="1900"/>
              </a:lnSpc>
              <a:spcBef>
                <a:spcPts val="1000"/>
              </a:spcBef>
              <a:defRPr sz="1800"/>
            </a:lvl2pPr>
            <a:lvl3pPr marL="685800">
              <a:lnSpc>
                <a:spcPts val="1900"/>
              </a:lnSpc>
              <a:spcBef>
                <a:spcPts val="1000"/>
              </a:spcBef>
              <a:defRPr sz="1800"/>
            </a:lvl3pPr>
            <a:lvl4pPr marL="1143000">
              <a:lnSpc>
                <a:spcPts val="1900"/>
              </a:lnSpc>
              <a:spcBef>
                <a:spcPts val="1000"/>
              </a:spcBef>
              <a:defRPr sz="1800"/>
            </a:lvl4pPr>
            <a:lvl5pPr marL="1600200">
              <a:lnSpc>
                <a:spcPts val="1900"/>
              </a:lnSpc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96275" y="2343150"/>
            <a:ext cx="3062967" cy="2990850"/>
          </a:xfrm>
        </p:spPr>
        <p:txBody>
          <a:bodyPr/>
          <a:lstStyle>
            <a:lvl1pPr>
              <a:lnSpc>
                <a:spcPts val="1900"/>
              </a:lnSpc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94BBE0-379D-0165-CAC7-1F8B11D7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02F7C8-DEF9-7613-2C2E-1BE67CDD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60EE65A-711D-F38D-9188-D4EAE0031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528D3B9C-A39A-B7F4-9EF1-8DACD639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25BC426-76D2-E6A7-7ACC-B430676DC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EC2F84A-080B-721D-C47A-BA27BCE9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AEAD915F-02B9-E376-AEE8-C9188A70E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91E374-28A1-DAB0-74F1-E14DD473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354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45F31-81CB-7608-A735-BE1B508EC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49" y="403224"/>
            <a:ext cx="5946389" cy="22195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49" y="2884714"/>
            <a:ext cx="5946389" cy="199753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D8C8DC-9BBB-5079-F2BB-7AFCEF6C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57061" y="1320978"/>
            <a:ext cx="3550424" cy="3561705"/>
            <a:chOff x="1698171" y="691024"/>
            <a:chExt cx="3550424" cy="356170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8853234-6427-C6E9-934B-8E3D20680399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550424" cy="3561705"/>
              <a:chOff x="1466850" y="380319"/>
              <a:chExt cx="3737172" cy="374904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4A333EF-A4E5-C14C-30ED-1D0431BF42BD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3737172" cy="32537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7DA7D0A-FCD9-8D61-7756-4D154DAE693F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73717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AAD6121-8E16-380C-3CEE-AA15587ABCCA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B5606C5-9513-E7A1-2E78-26147F56380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57FCFA69-6517-C9E2-41E5-851F0B39E300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1DB0373-9CE8-0C17-DC5D-A761A9680A7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208C6DE-C3F7-D9D8-5020-CC917762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D6D2E6-00C3-DFC4-E3CC-F7667A4C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1250816-70E6-472B-5427-B70F0689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43018F2-43DC-265A-AC49-91D41C8B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2402DB9-1860-2811-AF1D-2D4273F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2D499E7-F68F-77A3-7384-16F7358B1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77033" y="1809865"/>
            <a:ext cx="3520440" cy="3063240"/>
          </a:xfrm>
          <a:ln w="38100">
            <a:noFill/>
          </a:ln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3215DAD2-571F-6D7B-15E5-224268BDE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724EE9-07D6-911A-3D7F-82EBAF56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DE1CF9C-D85F-CED5-1FFF-902538AAD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36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380999"/>
            <a:ext cx="11430000" cy="1643137"/>
            <a:chOff x="1698170" y="691024"/>
            <a:chExt cx="11430000" cy="164313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30000" cy="1643137"/>
              <a:chOff x="1466849" y="380320"/>
              <a:chExt cx="12031205" cy="172956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49" y="875621"/>
                <a:ext cx="12031204" cy="123426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5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2252872"/>
            <a:ext cx="11429999" cy="3635330"/>
            <a:chOff x="1698170" y="691024"/>
            <a:chExt cx="11429999" cy="363533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29999" cy="3635330"/>
              <a:chOff x="1466849" y="380320"/>
              <a:chExt cx="12031203" cy="3826546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12031202" cy="33312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DD7FB8EE-5B3A-2DFB-6FDF-44E5B3D93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990005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86" y="3059961"/>
            <a:ext cx="3961039" cy="2467383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539386C-EDE8-05CD-6687-DDB57EB0D55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048250" y="3059960"/>
            <a:ext cx="6500116" cy="2467383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Click to add table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150A47-3CDE-6A2F-544A-5F98134D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829F0F-DBDF-07B3-7893-FA37927FB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8B8345A-1B48-25C5-67AE-D78987BE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38A89FC-B8CA-14B7-D2D8-E768D99D8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FF78B34-411F-1CA2-E7AE-72EE59FB9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F0324D9-6571-4E22-7F05-EB7C4C252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5AD4638-F38E-56C0-D181-3C9488FAF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8BB575-A42F-625D-F8C0-71BACF90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54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49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2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71976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38E9543-72F0-3B98-EBDB-95F36BA54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/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1945" y="2343150"/>
            <a:ext cx="3062967" cy="2990850"/>
          </a:xfrm>
        </p:spPr>
        <p:txBody>
          <a:bodyPr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19626" y="2343150"/>
            <a:ext cx="6626226" cy="2994868"/>
          </a:xfrm>
        </p:spPr>
        <p:txBody>
          <a:bodyPr/>
          <a:lstStyle>
            <a:lvl1pPr marL="0" indent="0">
              <a:lnSpc>
                <a:spcPts val="1900"/>
              </a:lnSpc>
              <a:buNone/>
              <a:defRPr sz="1800"/>
            </a:lvl1pPr>
            <a:lvl2pPr>
              <a:lnSpc>
                <a:spcPts val="1900"/>
              </a:lnSpc>
              <a:defRPr sz="1800"/>
            </a:lvl2pPr>
            <a:lvl3pPr>
              <a:lnSpc>
                <a:spcPts val="1900"/>
              </a:lnSpc>
              <a:defRPr sz="1800"/>
            </a:lvl3pPr>
            <a:lvl4pPr>
              <a:lnSpc>
                <a:spcPts val="1900"/>
              </a:lnSpc>
              <a:defRPr sz="1800"/>
            </a:lvl4pPr>
            <a:lvl5pPr>
              <a:lnSpc>
                <a:spcPts val="19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299C66-96F4-78D6-A62C-38668D59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2A6D20-3BBC-4875-E1DD-C75389BF2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0375AD72-FEF2-7BD7-B33E-DE98FDD65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45C69E5E-6C22-57DA-0C62-9C6B3203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4542827-11B9-15CF-AB8E-86115BEF9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BEF1536F-20D9-1950-220E-4E6B881E9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F8E904D7-AB01-FD2A-6191-37814CBD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5DD3E5-31DE-DE3C-B506-E5AF1EC6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0598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8AADC3C-8146-4144-3ABA-28E1B1F4AAD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934493" y="1202058"/>
            <a:ext cx="6876504" cy="427024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521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5477807-ECB9-BBC9-E832-2FE89AC3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746" y="327023"/>
            <a:ext cx="5931354" cy="5561465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6000" dirty="0"/>
            </a:lvl1pPr>
          </a:lstStyle>
          <a:p>
            <a:pPr lvl="0" algn="ctr"/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66CFD9-87C8-0968-9FB0-CF7AE4F61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75684" y="1200589"/>
            <a:ext cx="3365366" cy="3804114"/>
            <a:chOff x="1698171" y="691024"/>
            <a:chExt cx="3365366" cy="38041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571AD75-22F7-E387-8455-0EE6231C2AA8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365366" cy="3804114"/>
              <a:chOff x="1466850" y="380320"/>
              <a:chExt cx="3542380" cy="4004209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4EBD37B-479C-8610-9921-3DD1D3B53203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3542380" cy="350890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E9DA007-4D12-4E50-8A2A-BFEB557D2755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54238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3696F41-7A57-6A71-48E0-57DC0FD1F45D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9B518BB-BA01-734C-8F35-C569614E32E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0CA477C-B13C-EF0B-F67F-CF0F4D703D69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ADDCC6C-0428-0F66-95AF-F34D60323CEB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 tIns="0" bIns="0" anchor="ctr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DDDB5-9047-790A-C8B0-D67E44B72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9A5963-0FEC-D9BF-54CB-A3D6D118A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27DBEC2-F0F7-1E8A-EDBA-2EB379509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947C04A-7458-C36D-EE89-0C1F41AF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C13B35D-F747-92EE-37C0-27E1CA8B5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DD40548-01E2-C4C3-74D5-E53F4A1C3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21946D-D90D-3F7E-3E92-78C7E120A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97D881-DBBF-010E-A63C-99B4B0D4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2057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0" name="Title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34495" y="1202058"/>
            <a:ext cx="6876502" cy="42685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7152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D1964D-F9CA-9278-BD33-03FD979E6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9857CF-1C39-27BB-9B6B-6A0C1DD0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8B31A7E-FD72-B42E-26A8-319F776C1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2487FC0-E254-7086-CC55-D7BFCEAC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F41C3E4-FF61-A611-F912-98F34421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B15F18C-70F5-E214-E8DA-4CFAE27FE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A727095-DB42-91AA-4BB8-1CE63D89B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n-U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89DC3C-8238-2625-2CBD-974CA4F81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b="1" dirty="0">
                <a:solidFill>
                  <a:schemeClr val="tx1"/>
                </a:solidFill>
                <a:latin typeface="+mn-lt"/>
              </a:rPr>
              <a:t>START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D8EA3-B846-4160-95E9-486302147031}" type="datetime1">
              <a:rPr lang="en-US" smtClean="0"/>
              <a:t>10/18/2026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0" r:id="rId2"/>
    <p:sldLayoutId id="2147483672" r:id="rId3"/>
    <p:sldLayoutId id="2147483673" r:id="rId4"/>
    <p:sldLayoutId id="2147483674" r:id="rId5"/>
    <p:sldLayoutId id="2147483649" r:id="rId6"/>
    <p:sldLayoutId id="2147483675" r:id="rId7"/>
    <p:sldLayoutId id="2147483676" r:id="rId8"/>
    <p:sldLayoutId id="2147483664" r:id="rId9"/>
    <p:sldLayoutId id="2147483677" r:id="rId10"/>
    <p:sldLayoutId id="2147483678" r:id="rId11"/>
    <p:sldLayoutId id="2147483681" r:id="rId12"/>
    <p:sldLayoutId id="2147483679" r:id="rId13"/>
    <p:sldLayoutId id="2147483662" r:id="rId14"/>
    <p:sldLayoutId id="2147483655" r:id="rId1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ollisterco.com/shop/us/p/hollister-feel-good-classic-fit-raglan-hoodie-63729321?seq=01&amp;categoryId=614330491&amp;pagevm=modal-quickview&amp;pagefm=navigation-grid&amp;gridProductPosition=7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o.skimresources.com/?id=291659X1778746&amp;url=https://www.stevemadden.com/products/momentum-white-lace%3Fvariant%3D41571985817733&amp;xcust=scale&amp;utm_source=Pinterest&amp;utm_medium=organic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hyperlink" Target="https://go.skimresources.com/?id=291659X1778746&amp;url=https://www.baublebar.com/products/custom-pisa-bracelet-rainbow-enamel%3Fvariant%3D39687533953108&amp;xcust=scale&amp;utm_source=Pinterest&amp;utm_medium=organic" TargetMode="Externa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jpeg"/><Relationship Id="rId11" Type="http://schemas.openxmlformats.org/officeDocument/2006/relationships/image" Target="../media/image28.png"/><Relationship Id="rId5" Type="http://schemas.openxmlformats.org/officeDocument/2006/relationships/image" Target="../media/image23.jpeg"/><Relationship Id="rId10" Type="http://schemas.openxmlformats.org/officeDocument/2006/relationships/image" Target="../media/image14.png"/><Relationship Id="rId4" Type="http://schemas.openxmlformats.org/officeDocument/2006/relationships/hyperlink" Target="https://ad.doubleclick.net/ddm/trackclk/N9056.2293319PINTEREST/B34882447.445895719;dc_trk_aid=639732457;dc_trk_cid=248072864;dc_lat=;dc_rdid=;tag_for_child_directed_treatment=;tfua=;ltd=;dc_tdv=1?https://www.victoriassecret.com/us/vs/accessories-catalog/1129010400?genericId=11290104&amp;choice=6H58&amp;utm_campaign=626759089078&amp;utm_medium=PaidSocial&amp;utm_source=Pinterest&amp;utm_content=2680091027850&amp;pp=1" TargetMode="External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4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microsoft.com/office/2007/relationships/media" Target="../media/media2.mp4"/><Relationship Id="rId7" Type="http://schemas.openxmlformats.org/officeDocument/2006/relationships/image" Target="../media/image5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9.png"/><Relationship Id="rId5" Type="http://schemas.openxmlformats.org/officeDocument/2006/relationships/slideLayout" Target="../slideLayouts/slideLayout3.xml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hqprint">
            <a:alphaModFix amt="8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686" y="1209643"/>
            <a:ext cx="8508273" cy="4968000"/>
          </a:xfrm>
        </p:spPr>
        <p:txBody>
          <a:bodyPr/>
          <a:lstStyle/>
          <a:p>
            <a:r>
              <a:rPr lang="en-US" dirty="0"/>
              <a:t>2026 Wishlist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6D2E-37B3-B8A9-E5D7-F86AB7E46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3FD9D-C09F-FFF4-347B-EE077C983C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     = </a:t>
            </a:r>
            <a:r>
              <a:rPr lang="en-US" dirty="0">
                <a:latin typeface="+mj-lt"/>
              </a:rPr>
              <a:t>Really want</a:t>
            </a:r>
          </a:p>
          <a:p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sz="4400" dirty="0">
                <a:latin typeface="+mj-lt"/>
              </a:rPr>
              <a:t>Categories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Clothes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Items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Golf                             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2E57A-B1CC-92B1-FC7D-B0DEEC7E5E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4CCD3-F606-9124-056A-972CDE25A2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Graphic 6" descr="Heart with solid fill">
            <a:extLst>
              <a:ext uri="{FF2B5EF4-FFF2-40B4-BE49-F238E27FC236}">
                <a16:creationId xmlns:a16="http://schemas.microsoft.com/office/drawing/2014/main" id="{DE62F3F4-3FD5-E1DE-D385-53D03FBD2E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4052" y="1600201"/>
            <a:ext cx="914400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9BB1DE-2CC6-F7B2-5258-2E7C1E132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573" y="316195"/>
            <a:ext cx="6981601" cy="558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41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3838" y="988281"/>
            <a:ext cx="4275364" cy="1979634"/>
          </a:xfrm>
        </p:spPr>
        <p:txBody>
          <a:bodyPr anchor="ctr"/>
          <a:lstStyle/>
          <a:p>
            <a:r>
              <a:rPr lang="en-US" dirty="0"/>
              <a:t>Clothes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CA1BF22-7B12-03E2-D5B6-29F1F1ED75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51626" y="2746138"/>
            <a:ext cx="2519894" cy="26590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8FBE7-3C46-903D-964E-091F74329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9466343-3461-42CD-9CAB-EE1885623C25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EA9E7-F506-729E-13CF-D685FEBDB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E968-F0ED-3582-74DC-29D7D72EE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4" y="1059463"/>
            <a:ext cx="6008915" cy="4431932"/>
          </a:xfrm>
        </p:spPr>
        <p:txBody>
          <a:bodyPr/>
          <a:lstStyle/>
          <a:p>
            <a:pPr algn="l"/>
            <a:r>
              <a:rPr lang="en-US" dirty="0"/>
              <a:t>Ashlyn striped top</a:t>
            </a:r>
            <a:br>
              <a:rPr lang="en-US" dirty="0"/>
            </a:br>
            <a:br>
              <a:rPr lang="en-US" dirty="0"/>
            </a:br>
            <a:r>
              <a:rPr lang="en-US" sz="3600" dirty="0"/>
              <a:t>price:$20</a:t>
            </a:r>
            <a:br>
              <a:rPr lang="en-US" sz="3600" dirty="0"/>
            </a:br>
            <a:r>
              <a:rPr lang="en-US" sz="3600" dirty="0"/>
              <a:t>website: </a:t>
            </a:r>
            <a:r>
              <a:rPr lang="en-US" sz="1600" dirty="0"/>
              <a:t>https://us.brandymelville.com/products/ashlyn-striped-top-3​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1606E-0B3D-E151-D6E8-FB4608C30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21FCD-5305-D1B4-B045-E971883A6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F95607D-7AA9-6246-A145-5BE7F89AAE8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shlyn Striped Top | Teal Stripes / XS/S">
            <a:extLst>
              <a:ext uri="{FF2B5EF4-FFF2-40B4-BE49-F238E27FC236}">
                <a16:creationId xmlns:a16="http://schemas.microsoft.com/office/drawing/2014/main" id="{0BC829C4-3921-C15F-AB14-A7696AB57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432" y="885306"/>
            <a:ext cx="4153119" cy="493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0415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68553-56F5-C0FF-9A78-9ED72306E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0">
            <a:extLst>
              <a:ext uri="{FF2B5EF4-FFF2-40B4-BE49-F238E27FC236}">
                <a16:creationId xmlns:a16="http://schemas.microsoft.com/office/drawing/2014/main" id="{BC1C6AA9-DC5B-EF9C-8A42-5F7467D89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44" y="841808"/>
            <a:ext cx="6712153" cy="4012867"/>
          </a:xfrm>
        </p:spPr>
        <p:txBody>
          <a:bodyPr/>
          <a:lstStyle/>
          <a:p>
            <a:pPr algn="l"/>
            <a:r>
              <a:rPr lang="en-US" sz="3600" dirty="0"/>
              <a:t>Hollister Feel Good Oversized Dot Hoodie​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price: $49.95</a:t>
            </a:r>
            <a:br>
              <a:rPr lang="en-US" sz="3600" dirty="0"/>
            </a:br>
            <a:r>
              <a:rPr lang="en-US" sz="3600" dirty="0" err="1"/>
              <a:t>Size:xss</a:t>
            </a:r>
            <a:endParaRPr lang="en-US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90BC6E7-4694-D226-AE1D-EC0AA9ACD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784" y="4854677"/>
            <a:ext cx="6008915" cy="652923"/>
          </a:xfrm>
        </p:spPr>
        <p:txBody>
          <a:bodyPr/>
          <a:lstStyle/>
          <a:p>
            <a:r>
              <a:rPr lang="en-US" sz="800" dirty="0">
                <a:latin typeface="+mj-lt"/>
              </a:rPr>
              <a:t>Website: https://www.hollisterco.com/shop/us/p/oversized-butterfly-graphic-hoodie-61735320?categoryId=614330491&amp;faceout=model&amp;seq=36&amp;afsource=social+proofing&amp;gridProductPosition=21​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00EE46-F57E-BAF2-011A-71BAC7245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BE199-5107-8B06-F593-6C56B0D8C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48D2B51-FDC3-C83E-B93C-49A2080B2E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select to zoom prod image">
            <a:extLst>
              <a:ext uri="{FF2B5EF4-FFF2-40B4-BE49-F238E27FC236}">
                <a16:creationId xmlns:a16="http://schemas.microsoft.com/office/drawing/2014/main" id="{7BC2F220-822B-839D-87E1-36FD174FD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631" y="859508"/>
            <a:ext cx="4339725" cy="498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778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/>
          <a:lstStyle/>
          <a:p>
            <a:r>
              <a:rPr lang="en-US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Hollister Feel Good Classic Fit Raglan Hoodie</a:t>
            </a:r>
            <a:r>
              <a:rPr lang="en-US" u="sng" dirty="0"/>
              <a:t>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907016" cy="33400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+mj-lt"/>
              </a:rPr>
              <a:t>Price: $44.95</a:t>
            </a:r>
          </a:p>
          <a:p>
            <a:r>
              <a:rPr lang="en-US" dirty="0">
                <a:latin typeface="+mj-lt"/>
              </a:rPr>
              <a:t>Size: xxs</a:t>
            </a:r>
          </a:p>
          <a:p>
            <a:r>
              <a:rPr lang="en-US" dirty="0">
                <a:latin typeface="+mj-lt"/>
              </a:rPr>
              <a:t>Website: https://www.hollisterco.com/shop/us/p/hollister-feel-good-classic-fit-raglan-hoodie-63729321?categoryId=614330491&amp;faceout=model&amp;seq=01&amp;gridProductPosition=77​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4579C-DA6D-B905-B710-1E6243E8C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EA52206C-522E-4279-9E0D-1C28CCBD7571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20634-75FC-1021-C59D-6A615E04C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 descr="select to zoom prod image">
            <a:extLst>
              <a:ext uri="{FF2B5EF4-FFF2-40B4-BE49-F238E27FC236}">
                <a16:creationId xmlns:a16="http://schemas.microsoft.com/office/drawing/2014/main" id="{58506AA0-B338-DC61-F5B0-4E52CF3F5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476" y="3270804"/>
            <a:ext cx="2783079" cy="25830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2A815C-8383-CD49-3609-63538ECA53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7536" y="546892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2607-79F4-9A91-3A0B-429BDED9C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6326" y="1224098"/>
            <a:ext cx="8939349" cy="3717472"/>
          </a:xfrm>
        </p:spPr>
        <p:txBody>
          <a:bodyPr/>
          <a:lstStyle/>
          <a:p>
            <a:pPr algn="l"/>
            <a:r>
              <a:rPr lang="en-US" sz="4000" dirty="0"/>
              <a:t>Hollister Feel Good California Graphic Bootcut Sweatpants​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Price:$44.99</a:t>
            </a:r>
            <a:br>
              <a:rPr lang="en-US" sz="4000" dirty="0"/>
            </a:br>
            <a:r>
              <a:rPr lang="en-US" sz="4000" dirty="0"/>
              <a:t>Size: xxs length: regular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AE2AC3F-3A0B-14BC-D93E-2AF099DC2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0171" y="5017288"/>
            <a:ext cx="7271657" cy="652923"/>
          </a:xfrm>
        </p:spPr>
        <p:txBody>
          <a:bodyPr/>
          <a:lstStyle/>
          <a:p>
            <a:r>
              <a:rPr lang="en-US" sz="1050" dirty="0">
                <a:latin typeface="+mj-lt"/>
              </a:rPr>
              <a:t>Website: https://www.hollisterco.com/shop/us/p/hollister-feel-good-low-rise-baggy-sweatpants-63157828?categoryId=614330491&amp;faceout=model&amp;seq=11&amp;gridProductPosition=22​</a:t>
            </a:r>
          </a:p>
        </p:txBody>
      </p:sp>
      <p:pic>
        <p:nvPicPr>
          <p:cNvPr id="3" name="Picture 2" descr="select to zoom prod image">
            <a:extLst>
              <a:ext uri="{FF2B5EF4-FFF2-40B4-BE49-F238E27FC236}">
                <a16:creationId xmlns:a16="http://schemas.microsoft.com/office/drawing/2014/main" id="{D9A43509-4461-72A6-6274-76E713890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596" y="2684574"/>
            <a:ext cx="2250616" cy="225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537794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F918-E0F2-81BB-E343-D5C6A4837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708" y="997254"/>
            <a:ext cx="10907016" cy="922516"/>
          </a:xfrm>
        </p:spPr>
        <p:txBody>
          <a:bodyPr/>
          <a:lstStyle/>
          <a:p>
            <a:r>
              <a:rPr lang="en-US" b="1" dirty="0"/>
              <a:t>PAUL FRANK Julius Head Unisex Tee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225B8A5A-F0BB-2650-80E0-A7CCF916A7D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02906" y="3060292"/>
            <a:ext cx="6500116" cy="2467383"/>
          </a:xfrm>
        </p:spPr>
        <p:txBody>
          <a:bodyPr/>
          <a:lstStyle/>
          <a:p>
            <a:r>
              <a:rPr lang="en-US" dirty="0">
                <a:latin typeface="+mj-lt"/>
              </a:rPr>
              <a:t>Price: </a:t>
            </a:r>
            <a:r>
              <a:rPr lang="en-US" dirty="0"/>
              <a:t>$24.99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Website: https://www.tillys.com/product/paul-frank-julius-head-unisex-tee/530803215.html?utm_source=Pinterest&amp;utm_medium=organic&amp;epik=dj0yJnU9akRtQXZHb25JZXhETGg2eVVKUGYwS3RxYXRtMktrcHImcD0wJm49ZHNSc1Z3R3ZVM2pZdE90S1ViN0xWdyZ0PUFBQUFBR3JWRVFn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E128C-552E-72F8-EC99-33CA7F2D4E8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F2212-4DB3-B7BD-64BA-8B3378E23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B08790-4187-E5FC-6CC3-D9E55473F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748" y="801726"/>
            <a:ext cx="914479" cy="914479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C5C8F62-206C-570B-5F36-413638207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55507" y="3060700"/>
            <a:ext cx="1919824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8182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57659-0787-5864-1BA7-2388EA9AA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12" y="841810"/>
            <a:ext cx="6712153" cy="4012867"/>
          </a:xfrm>
        </p:spPr>
        <p:txBody>
          <a:bodyPr/>
          <a:lstStyle/>
          <a:p>
            <a:pPr algn="l"/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1600" dirty="0"/>
            </a:br>
            <a:r>
              <a:rPr lang="en-US" sz="1600" dirty="0"/>
              <a:t>Website: https://www.tillys.com/product/paul-frank-julius-beanie-unisex-tee/455146501.html?utm_source=Pinterest&amp;utm_medium=organic&amp;epik=dj0yJnU9eEF1VHRRMk5VZlBTRGNVSDRzRjJPeEJUZnlQOUZvNjAmcD0wJm49UXhhLXZ3ZGZqVEo0NFFoUHdIUWpTdyZ0PUFBQUFBR3JWRWpB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3DC3E-92CF-01A0-75E7-519DD293D2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dirty="0"/>
              <a:t>price:$24.99</a:t>
            </a:r>
            <a:endParaRPr lang="en-US" sz="3600" dirty="0">
              <a:latin typeface="+mj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DC3CA-09DB-42A2-5A9A-F6DE385F140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F3073-14B3-DED7-8A71-23FAB5F15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3D5666-3F68-886A-6793-6A5E74692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140" y="893159"/>
            <a:ext cx="914479" cy="914479"/>
          </a:xfrm>
          <a:prstGeom prst="rect">
            <a:avLst/>
          </a:prstGeom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2711DAD5-9F3C-EE8C-C32A-D36A64D9EFAB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 l="6624" r="6624"/>
          <a:stretch/>
        </p:blipFill>
        <p:spPr>
          <a:xfrm>
            <a:off x="7466631" y="859509"/>
            <a:ext cx="4339725" cy="49834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DE20C62-0C40-128E-4FF9-D0ABCE6E03EC}"/>
              </a:ext>
            </a:extLst>
          </p:cNvPr>
          <p:cNvSpPr txBox="1"/>
          <p:nvPr/>
        </p:nvSpPr>
        <p:spPr>
          <a:xfrm>
            <a:off x="531223" y="1027234"/>
            <a:ext cx="4272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PAUL FRANK Julius Beanie Unisex Tee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2035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B205-FAB5-0D69-6954-E89934D31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Women's Nuggets 1.5" Split Shorts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91CC606-4C79-FD69-30F2-4014A3FB0FF0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/>
          <a:stretch>
            <a:fillRect/>
          </a:stretch>
        </p:blipFill>
        <p:spPr>
          <a:xfrm>
            <a:off x="1157129" y="2343150"/>
            <a:ext cx="2392680" cy="299085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42D75-0E9C-2B06-F457-E02564CB38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Price: $35.00</a:t>
            </a:r>
          </a:p>
          <a:p>
            <a:r>
              <a:rPr lang="en-US" dirty="0"/>
              <a:t>Size: XXS</a:t>
            </a:r>
          </a:p>
          <a:p>
            <a:r>
              <a:rPr lang="en-US" dirty="0"/>
              <a:t>Website: https://www.chicknlegs.com/products/womens-pink-polka-dot-1-5-split-shorts?variant=47431976026368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2811A-3642-A120-7669-1802439C532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769EE-E3B5-20AC-8205-49D9695AD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A18284-F4D7-1F06-4D0F-CDDD68030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927" y="540061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47903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DE38A-367E-4DC9-B1AF-C511B1FD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Women's Nuggets 1.5" Split Shorts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8054-9073-37DA-31D8-21AFE9BCCCBD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r>
              <a:rPr lang="en-US" dirty="0"/>
              <a:t>Price: $35.00</a:t>
            </a:r>
          </a:p>
          <a:p>
            <a:r>
              <a:rPr lang="en-US" dirty="0"/>
              <a:t>Size: XXS</a:t>
            </a:r>
          </a:p>
          <a:p>
            <a:r>
              <a:rPr lang="en-US" dirty="0"/>
              <a:t>Website: https://www.chicknlegs.com/products/chicknlegs-donuts-1-5-run?variant=43365343723776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2439F62-C8D3-7995-9529-4FFBC77D168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7736522" y="2343150"/>
            <a:ext cx="2392680" cy="299085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0A497-F346-F056-5DDF-C731B4330AF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91644-36DF-CAC8-28C9-BB606D7D1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87F55E-7055-4939-B1AA-70F3E4B66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479" y="2142818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169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4F4095-BDED-C078-22D5-1BF1E3AA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44" y="841808"/>
            <a:ext cx="6712153" cy="4012867"/>
          </a:xfrm>
        </p:spPr>
        <p:txBody>
          <a:bodyPr anchor="ctr">
            <a:normAutofit/>
          </a:bodyPr>
          <a:lstStyle/>
          <a:p>
            <a:r>
              <a:rPr lang="en-US" b="1" dirty="0"/>
              <a:t>Women's Lowmel</a:t>
            </a:r>
            <a:r>
              <a:rPr lang="en-US" dirty="0"/>
              <a:t>​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price:$150</a:t>
            </a:r>
            <a:br>
              <a:rPr lang="en-US" dirty="0"/>
            </a:br>
            <a:r>
              <a:rPr lang="en-US" dirty="0"/>
              <a:t>Size: Women’s 5.5</a:t>
            </a:r>
            <a:br>
              <a:rPr lang="en-US" dirty="0"/>
            </a:b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484EC41-8EA6-937C-4243-F3F1CD5B3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262" y="5025592"/>
            <a:ext cx="6008915" cy="652923"/>
          </a:xfrm>
        </p:spPr>
        <p:txBody>
          <a:bodyPr/>
          <a:lstStyle/>
          <a:p>
            <a:r>
              <a:rPr lang="en-US" sz="1400" dirty="0">
                <a:latin typeface="+mj-lt"/>
              </a:rPr>
              <a:t>Website: https://www.ugg.com/women-casuals-sneakers/lowmel/1144032.html?dwvar_1144032_color=SAN</a:t>
            </a:r>
            <a:r>
              <a:rPr lang="en-US" sz="1100" dirty="0"/>
              <a:t>​</a:t>
            </a:r>
          </a:p>
          <a:p>
            <a:endParaRPr lang="en-US" dirty="0"/>
          </a:p>
        </p:txBody>
      </p:sp>
      <p:pic>
        <p:nvPicPr>
          <p:cNvPr id="9" name="Table Placeholder 8" descr="Story pin image">
            <a:extLst>
              <a:ext uri="{FF2B5EF4-FFF2-40B4-BE49-F238E27FC236}">
                <a16:creationId xmlns:a16="http://schemas.microsoft.com/office/drawing/2014/main" id="{CA169D16-AF65-3CFB-A3B8-42945E5E5A60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tretch/>
        </p:blipFill>
        <p:spPr>
          <a:xfrm>
            <a:off x="7466631" y="1189006"/>
            <a:ext cx="4324485" cy="4324485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C5BE5-8D0B-3508-2011-1575B2405C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2B8B865-6043-45BC-B48D-1676CB43D17A}" type="datetime1">
              <a:rPr lang="en-US" smtClean="0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31C35-FB2E-F9F7-8D1E-64ACCC0E7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F87569-300B-5D43-E120-A23AE9AF5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686" y="1818078"/>
            <a:ext cx="914479" cy="9144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5183C7-35E5-15D8-5C60-5F325CFC1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685" y="2391001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361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11A4-7EEF-F540-B36C-F6CB724A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Women's Classic Ultra Mini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58AA0-126B-FA5F-4710-559AC4F4E8C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Price:</a:t>
            </a:r>
            <a:r>
              <a:rPr lang="en-US" b="1" dirty="0">
                <a:latin typeface="+mj-lt"/>
              </a:rPr>
              <a:t>$109.99 109.99 USD- $165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Website: UGG</a:t>
            </a:r>
          </a:p>
          <a:p>
            <a:r>
              <a:rPr lang="en-US" dirty="0">
                <a:latin typeface="+mj-lt"/>
              </a:rPr>
              <a:t>Size: Women 5.5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2B5BA22-1875-37A2-61A9-FFD9297B2E1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8803" y="2343150"/>
            <a:ext cx="5787868" cy="299561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27D2E-6E47-22E6-2A21-57EF1B7C7D1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82FB5-C301-9065-076F-505C3EFB0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719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AFE818-0DBE-0E12-2EC7-51B44683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76292"/>
            <a:ext cx="10907016" cy="922516"/>
          </a:xfrm>
        </p:spPr>
        <p:txBody>
          <a:bodyPr/>
          <a:lstStyle/>
          <a:p>
            <a:r>
              <a:rPr lang="en-US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Women's Momentum Low-Top Sneakers White Lace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7517E-4AA9-56C2-7E84-6E2482958A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1945" y="2343150"/>
            <a:ext cx="3062967" cy="2990850"/>
          </a:xfrm>
        </p:spPr>
        <p:txBody>
          <a:bodyPr/>
          <a:lstStyle/>
          <a:p>
            <a:r>
              <a:rPr lang="en-US" dirty="0">
                <a:latin typeface="+mj-lt"/>
              </a:rPr>
              <a:t>Price: $75</a:t>
            </a:r>
          </a:p>
          <a:p>
            <a:r>
              <a:rPr lang="en-US" dirty="0">
                <a:latin typeface="+mj-lt"/>
              </a:rPr>
              <a:t>Size: Women’s 5.5 </a:t>
            </a:r>
          </a:p>
          <a:p>
            <a:r>
              <a:rPr lang="en-US" dirty="0">
                <a:latin typeface="+mj-lt"/>
              </a:rPr>
              <a:t>Website: Steve Madden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AB54B1-F4A1-6E95-5605-DF7E539A59C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4691641" y="1995728"/>
            <a:ext cx="6400799" cy="334303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4E388-6701-F164-53F0-5D197CE9C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0C452-1F59-265B-89CA-B9F37E803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8ABDEA-AD32-154C-7EA6-E0AFCBA62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7672" y="1006500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731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77710"/>
            <a:ext cx="4269017" cy="2109186"/>
          </a:xfrm>
        </p:spPr>
        <p:txBody>
          <a:bodyPr/>
          <a:lstStyle/>
          <a:p>
            <a:r>
              <a:rPr lang="en-US" dirty="0"/>
              <a:t>Jewelry</a:t>
            </a:r>
          </a:p>
        </p:txBody>
      </p:sp>
      <p:graphicFrame>
        <p:nvGraphicFramePr>
          <p:cNvPr id="22" name="Content Placeholder 18">
            <a:extLst>
              <a:ext uri="{FF2B5EF4-FFF2-40B4-BE49-F238E27FC236}">
                <a16:creationId xmlns:a16="http://schemas.microsoft.com/office/drawing/2014/main" id="{633087BA-06D0-6FB3-6A93-C3860A595F9E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175318279"/>
              </p:ext>
            </p:extLst>
          </p:nvPr>
        </p:nvGraphicFramePr>
        <p:xfrm>
          <a:off x="4960620" y="1230595"/>
          <a:ext cx="6850381" cy="4395485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144475">
                  <a:extLst>
                    <a:ext uri="{9D8B030D-6E8A-4147-A177-3AD203B41FA5}">
                      <a16:colId xmlns:a16="http://schemas.microsoft.com/office/drawing/2014/main" val="1556557901"/>
                    </a:ext>
                  </a:extLst>
                </a:gridCol>
                <a:gridCol w="2106517">
                  <a:extLst>
                    <a:ext uri="{9D8B030D-6E8A-4147-A177-3AD203B41FA5}">
                      <a16:colId xmlns:a16="http://schemas.microsoft.com/office/drawing/2014/main" val="2125151449"/>
                    </a:ext>
                  </a:extLst>
                </a:gridCol>
                <a:gridCol w="1098794">
                  <a:extLst>
                    <a:ext uri="{9D8B030D-6E8A-4147-A177-3AD203B41FA5}">
                      <a16:colId xmlns:a16="http://schemas.microsoft.com/office/drawing/2014/main" val="3936393425"/>
                    </a:ext>
                  </a:extLst>
                </a:gridCol>
                <a:gridCol w="1500595">
                  <a:extLst>
                    <a:ext uri="{9D8B030D-6E8A-4147-A177-3AD203B41FA5}">
                      <a16:colId xmlns:a16="http://schemas.microsoft.com/office/drawing/2014/main" val="864779359"/>
                    </a:ext>
                  </a:extLst>
                </a:gridCol>
              </a:tblGrid>
              <a:tr h="1077547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sng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Enamel Pisa Custom Bracelet - Multi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400" b="0" i="0" u="none" strike="noStrike" kern="1200" cap="all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EMBRACE AMBITION BRACELET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rtl="0"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Gold Angel Wings Pendant Necklace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  <a:endParaRPr lang="en-US" sz="10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VS Angel Nameplate Necklace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357397"/>
                  </a:ext>
                </a:extLst>
              </a:tr>
              <a:tr h="76105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Price: $44.00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Price: $30.00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Price: $33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Price:???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408975"/>
                  </a:ext>
                </a:extLst>
              </a:tr>
              <a:tr h="9236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Website: Bubble bar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</a:t>
                      </a:r>
                    </a:p>
                    <a:p>
                      <a:pPr algn="ctr"/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​Website: tory Burch</a:t>
                      </a:r>
                    </a:p>
                    <a:p>
                      <a:pPr algn="ctr"/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Website: amazon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Website: Victoria secret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1163"/>
                  </a:ext>
                </a:extLst>
              </a:tr>
              <a:tr h="76105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023019"/>
                  </a:ext>
                </a:extLst>
              </a:tr>
              <a:tr h="76105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j-lt"/>
                        </a:rPr>
                        <a:t>ARI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645911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EC9EA-CA40-8DD2-CC9E-F1960418B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6C82904E-9B0C-4405-8929-4C487C36DB48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A6FEA-8A53-A674-4C2A-2B552C959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Picture 3" descr="carousel image 0">
            <a:extLst>
              <a:ext uri="{FF2B5EF4-FFF2-40B4-BE49-F238E27FC236}">
                <a16:creationId xmlns:a16="http://schemas.microsoft.com/office/drawing/2014/main" id="{EA49A607-1BE1-04A1-F75B-58D5B9577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0620" y="4007976"/>
            <a:ext cx="2123844" cy="760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DCC016-E28A-1F2A-DCD6-9D08D05C9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4464" y="4007976"/>
            <a:ext cx="2123844" cy="7605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CF1842-4ADA-996B-B6EF-1BD6E49D2A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5370" y="4879726"/>
            <a:ext cx="2038172" cy="7463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C5650A-764D-4C7F-1DCA-45C488CDA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542" y="4007974"/>
            <a:ext cx="1101571" cy="7605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F520D4-06F0-36CB-F5A4-CE8E5AB201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5113" y="4007971"/>
            <a:ext cx="1505887" cy="7605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554C8D-A39B-06AB-39A0-8FB84C8871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0252" y="2021791"/>
            <a:ext cx="274930" cy="2749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281D4B-3A7B-6E6F-1A66-48AEB594F3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3213" y="2021791"/>
            <a:ext cx="457240" cy="4572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2D2CB4-F635-A8D4-6A40-8E8F573849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70672" y="2020335"/>
            <a:ext cx="457240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4" y="1059463"/>
            <a:ext cx="6008915" cy="4431932"/>
          </a:xfrm>
        </p:spPr>
        <p:txBody>
          <a:bodyPr anchor="ctr">
            <a:normAutofit/>
          </a:bodyPr>
          <a:lstStyle/>
          <a:p>
            <a:r>
              <a:rPr lang="en-US" dirty="0"/>
              <a:t>Items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D0CF34-B104-FEE4-30A7-16880B07FEED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 l="6540" r="15564" b="3"/>
          <a:stretch>
            <a:fillRect/>
          </a:stretch>
        </p:blipFill>
        <p:spPr>
          <a:xfrm>
            <a:off x="7481871" y="881363"/>
            <a:ext cx="4297680" cy="493776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68051-4856-FADE-1394-1BF8D4AFC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CB1BC7D-EE8F-4610-B748-33D1F9065B77}" type="datetime1">
              <a:rPr lang="en-US" smtClean="0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D134F-4AA5-8D65-F269-E8A1D90CB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B9EEEB-17BB-C5D5-CDC9-3494B472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76292"/>
            <a:ext cx="10907016" cy="922516"/>
          </a:xfrm>
        </p:spPr>
        <p:txBody>
          <a:bodyPr/>
          <a:lstStyle/>
          <a:p>
            <a:r>
              <a:rPr lang="en-US" b="1" dirty="0"/>
              <a:t>Adopt Me! Neon Unicorn Light-Up Plush - Soft and Cuddly - Three Light-Up Modes - Toys for Kids</a:t>
            </a:r>
            <a:r>
              <a:rPr lang="en-US" dirty="0"/>
              <a:t>​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D6DA3F-EA1B-C232-77E4-39A411FFB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8998" y="2343150"/>
            <a:ext cx="6762631" cy="2994868"/>
          </a:xfrm>
        </p:spPr>
        <p:txBody>
          <a:bodyPr/>
          <a:lstStyle/>
          <a:p>
            <a:r>
              <a:rPr lang="en-US" dirty="0">
                <a:latin typeface="+mj-lt"/>
              </a:rPr>
              <a:t>Price</a:t>
            </a:r>
            <a:r>
              <a:rPr lang="en-US" dirty="0"/>
              <a:t>:</a:t>
            </a:r>
            <a:r>
              <a:rPr lang="en-US" dirty="0">
                <a:latin typeface="+mj-lt"/>
              </a:rPr>
              <a:t> $26.91</a:t>
            </a:r>
          </a:p>
          <a:p>
            <a:r>
              <a:rPr lang="en-US" dirty="0">
                <a:latin typeface="+mj-lt"/>
              </a:rPr>
              <a:t>Website: </a:t>
            </a:r>
            <a:r>
              <a:rPr lang="en-US" dirty="0"/>
              <a:t> </a:t>
            </a:r>
            <a:r>
              <a:rPr lang="en-US" dirty="0">
                <a:latin typeface="+mj-lt"/>
              </a:rPr>
              <a:t>https://www.walmart.com/ip/Adopt-Me-Neon-Unicorn-Light-Up-Plush-Soft-and-Cuddly-Three-Light-Up-Modes-Toys-for-Kids/1994804582​</a:t>
            </a:r>
          </a:p>
        </p:txBody>
      </p:sp>
      <p:pic>
        <p:nvPicPr>
          <p:cNvPr id="7" name="Content Placeholder 6" descr="Adopt Me! Neon Unicorn Light-Up Plush - Soft and Cuddly - Three Light-Up Modes - Toys for Kids">
            <a:extLst>
              <a:ext uri="{FF2B5EF4-FFF2-40B4-BE49-F238E27FC236}">
                <a16:creationId xmlns:a16="http://schemas.microsoft.com/office/drawing/2014/main" id="{DAAB6AD0-CB1F-CD5F-3B3E-0E788F5F9EE3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3"/>
          <a:stretch>
            <a:fillRect/>
          </a:stretch>
        </p:blipFill>
        <p:spPr>
          <a:xfrm>
            <a:off x="8331994" y="2343150"/>
            <a:ext cx="2990850" cy="299085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8C6CB-8C13-0D9E-C7C6-7AB878D12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666D3-AEBC-3481-2B8F-AB51BE393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838475-FD72-9D38-9FF5-17358CF10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8365" y="895132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8514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B7AD-7254-5D0C-F54F-B8BC0D8BB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000" dirty="0"/>
              <a:t>HUAHUU Vanity Desk with Mirror and Lights, Makeup Vanity Desk with Lights 3 Colors, Transparent Top Vanity with 2 RGB Drawers, 6 Shelves, Large Tempered Cabinet, Power Outlet, for Bedroom, White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price: $129.89</a:t>
            </a:r>
            <a:br>
              <a:rPr lang="en-US" sz="2000" dirty="0"/>
            </a:br>
            <a:r>
              <a:rPr lang="en-US" sz="2000" dirty="0"/>
              <a:t>Color: white</a:t>
            </a:r>
            <a:br>
              <a:rPr lang="en-US" sz="2000" dirty="0"/>
            </a:br>
            <a:r>
              <a:rPr lang="en-US" sz="2000" dirty="0"/>
              <a:t>Really want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BE1CB-6B32-8388-14C7-15E1CDF146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Website: amazon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7F92709-FA3C-3E80-B296-CC2413EBE02E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l="6624" r="6624"/>
          <a:stretch/>
        </p:blipFill>
        <p:spPr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6E384-E536-EB0B-821C-B867B8E319C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6DEE7-F0CD-A427-BC31-E9977882C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4ABDC4-6BC3-1FBD-003B-B2B569618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459" y="1350400"/>
            <a:ext cx="914479" cy="9144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C15FBE-6D63-3F63-C31E-649DEFE98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124" y="2074452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967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7DAB6-F473-4D59-6B6C-C8BB01290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254" y="858303"/>
            <a:ext cx="10907016" cy="922516"/>
          </a:xfrm>
        </p:spPr>
        <p:txBody>
          <a:bodyPr/>
          <a:lstStyle/>
          <a:p>
            <a:r>
              <a:rPr lang="en-US" sz="2400" dirty="0"/>
              <a:t>Sweetcrispy Vanity Stool Chair with Storage, Ottoman Faux Fur Soft Padded Makeup Footstools Seat with 4 Metal Legs Anti-Slip Adjustable Feet Modern Cute Small Footrest for Home Entryway Bedroom White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64AEA-641A-17DB-3C6D-957525218A2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+mj-lt"/>
              </a:rPr>
              <a:t>Price: $28.80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Website: Amazon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64220-31E4-3881-EDF3-4B80C08985A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08E8F-015E-D9D4-C15F-5D725DBC9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590FF5B-9A0F-D904-8E8F-8E80F4AC1EC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50465" y="2033818"/>
            <a:ext cx="5645888" cy="33049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133A15-D5FA-BE6E-1D15-4EC23169A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985" y="992839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2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9B24B4C-4B11-FE34-83B8-395895B69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49" y="403224"/>
            <a:ext cx="5946389" cy="2219552"/>
          </a:xfrm>
        </p:spPr>
        <p:txBody>
          <a:bodyPr anchor="b">
            <a:normAutofit/>
          </a:bodyPr>
          <a:lstStyle/>
          <a:p>
            <a:r>
              <a:rPr lang="en-US" b="1" cap="all" dirty="0"/>
              <a:t>REEF LIFE</a:t>
            </a:r>
            <a:br>
              <a:rPr lang="en-US" b="1" cap="all" dirty="0"/>
            </a:br>
            <a:br>
              <a:rPr lang="en-US" sz="2500" dirty="0"/>
            </a:br>
            <a:endParaRPr lang="en-US" sz="25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3A1002F-A4EB-9E16-CFA8-045A7598EC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49" y="2884714"/>
            <a:ext cx="5946389" cy="1997530"/>
          </a:xfrm>
        </p:spPr>
        <p:txBody>
          <a:bodyPr>
            <a:normAutofit/>
          </a:bodyPr>
          <a:lstStyle/>
          <a:p>
            <a:r>
              <a:rPr lang="en-US" dirty="0"/>
              <a:t>PRICE:$70</a:t>
            </a:r>
          </a:p>
          <a:p>
            <a:r>
              <a:rPr lang="en-US" dirty="0" err="1"/>
              <a:t>WEBSITE:https</a:t>
            </a:r>
            <a:r>
              <a:rPr lang="en-US" dirty="0"/>
              <a:t>://www.freestyleusa.com/products/shark-mini-clip-reef-life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D51DD-FD65-36AD-F142-7863A6AB1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2B8B865-6043-45BC-B48D-1676CB43D17A}" type="datetime1">
              <a:rPr lang="en-US" smtClean="0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50C9F-ADED-5A9A-58B3-02E5E47B0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702BD-601D-76C9-1B71-8BC673234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698" y="1195704"/>
            <a:ext cx="914479" cy="914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DCD1E9-FD54-4748-3596-417D1BE68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993" y="1854926"/>
            <a:ext cx="3457304" cy="302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172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6B40D9D-CD00-3D08-3AE3-134240062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49" y="403224"/>
            <a:ext cx="5946389" cy="2219552"/>
          </a:xfrm>
        </p:spPr>
        <p:txBody>
          <a:bodyPr anchor="b">
            <a:normAutofit/>
          </a:bodyPr>
          <a:lstStyle/>
          <a:p>
            <a:r>
              <a:rPr lang="en-US"/>
              <a:t>Polly Pocket™ Kids Self-Care Set</a:t>
            </a:r>
            <a:br>
              <a:rPr lang="en-US"/>
            </a:b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09EE30-E577-35D9-18A5-05C523BF2F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49" y="2884714"/>
            <a:ext cx="5946389" cy="1997530"/>
          </a:xfrm>
        </p:spPr>
        <p:txBody>
          <a:bodyPr>
            <a:normAutofit/>
          </a:bodyPr>
          <a:lstStyle/>
          <a:p>
            <a:r>
              <a:rPr lang="en-US" dirty="0"/>
              <a:t>Price: $69</a:t>
            </a:r>
          </a:p>
          <a:p>
            <a:r>
              <a:rPr lang="en-US" dirty="0"/>
              <a:t>Website: https://www.ever-eden.com/products/polly-pocket-kids-self-care-set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29F5A9-0955-84AB-AE7A-B27FFCF2EDB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tretch/>
        </p:blipFill>
        <p:spPr>
          <a:xfrm>
            <a:off x="7368364" y="1819546"/>
            <a:ext cx="3540642" cy="3062697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CDEA7-4684-ABCB-C6D0-338D2B1AE8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2B8B865-6043-45BC-B48D-1676CB43D17A}" type="datetime1">
              <a:rPr lang="en-US" smtClean="0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EE7BC-9750-2D53-0A96-6614DFBC7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35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EA67-44D8-132B-D593-4AC8A995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Hatch Restore 3 | Science-Backed Sleep Audio, Circadian Lighting (Putty)</a:t>
            </a:r>
            <a:br>
              <a:rPr lang="en-US" dirty="0"/>
            </a:b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6DBC39F-7634-3939-B4D4-4A0E3ED482A7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/>
          <a:stretch>
            <a:fillRect/>
          </a:stretch>
        </p:blipFill>
        <p:spPr>
          <a:xfrm>
            <a:off x="822325" y="2698383"/>
            <a:ext cx="3062288" cy="228038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2CA7F-8ADB-F3FC-A0BC-8D12DCF60F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Price: $169.99</a:t>
            </a:r>
          </a:p>
          <a:p>
            <a:r>
              <a:rPr lang="en-US" dirty="0"/>
              <a:t>Website: Amazon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643FD-DDFB-FDD0-E45C-9F76BE9359A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6F7AA-B8AE-D351-7AAB-FB1216C7B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023AAA-F5D6-2D19-F62F-BD29006EF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314" y="801128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704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7D9DC-5D82-A6E8-B0C4-4C932BF42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44" y="841808"/>
            <a:ext cx="6712153" cy="4012867"/>
          </a:xfrm>
        </p:spPr>
        <p:txBody>
          <a:bodyPr anchor="ctr">
            <a:normAutofit/>
          </a:bodyPr>
          <a:lstStyle/>
          <a:p>
            <a:r>
              <a:rPr lang="en-US" dirty="0"/>
              <a:t>LEGO Minifigure Unicorn Girl 17" Plush Character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279B9-0A67-B66A-D245-D3367F032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784" y="4854677"/>
            <a:ext cx="6008915" cy="652923"/>
          </a:xfrm>
        </p:spPr>
        <p:txBody>
          <a:bodyPr anchor="ctr">
            <a:normAutofit/>
          </a:bodyPr>
          <a:lstStyle/>
          <a:p>
            <a:r>
              <a:rPr lang="en-US" sz="1500" dirty="0"/>
              <a:t>PRICE: $32.99</a:t>
            </a:r>
          </a:p>
          <a:p>
            <a:r>
              <a:rPr lang="en-US" sz="1500" dirty="0"/>
              <a:t>Website: Amazon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B8EC8-EC06-9BB2-818C-272B523E1C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2B8B865-6043-45BC-B48D-1676CB43D17A}" type="datetime1">
              <a:rPr lang="en-US" smtClean="0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49A1E-58E5-985A-9700-5B7C82C8F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B95178-CAD3-3295-73D4-88C5DFF6D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89" y="975361"/>
            <a:ext cx="2934730" cy="47810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D5F4F6-7360-E211-0138-27339BE27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44" y="3365864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5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0D209581-413E-6345-AF13-4F2EA6FD7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77710"/>
            <a:ext cx="4269017" cy="2109186"/>
          </a:xfrm>
        </p:spPr>
        <p:txBody>
          <a:bodyPr/>
          <a:lstStyle/>
          <a:p>
            <a:pPr algn="l"/>
            <a:r>
              <a:rPr lang="en-US" dirty="0"/>
              <a:t>Lego Minifigure Butterfly Girl with Flowers 12" Plush Character</a:t>
            </a:r>
            <a:br>
              <a:rPr lang="en-US" dirty="0"/>
            </a:br>
            <a:br>
              <a:rPr lang="en-US" dirty="0"/>
            </a:br>
            <a:r>
              <a:rPr lang="en-US" sz="1800" dirty="0"/>
              <a:t>price:$32.99</a:t>
            </a:r>
            <a:br>
              <a:rPr lang="en-US" sz="1800" dirty="0"/>
            </a:br>
            <a:r>
              <a:rPr lang="en-US" sz="1800" dirty="0"/>
              <a:t>Website: Amazon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3A160-AF10-55BC-A554-6A735FE39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2B8B865-6043-45BC-B48D-1676CB43D17A}" type="datetime1">
              <a:rPr lang="en-US" smtClean="0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DC553-BBC2-CBF0-B488-FB46FA7CC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8E8DD5-75D6-D1F9-3BCC-AE3D71273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9214" y="1262743"/>
            <a:ext cx="3626522" cy="40059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AF8548-418F-2ED1-8068-2CC5D1900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520" y="4132303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170821"/>
      </p:ext>
    </p:extLst>
  </p:cSld>
  <p:clrMapOvr>
    <a:masterClrMapping/>
  </p:clrMapOvr>
  <p:transition spd="slow">
    <p:comb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F5E7D-B13D-95FE-C02C-F4C96F13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all" dirty="0"/>
              <a:t>Fruit Punch</a:t>
            </a:r>
            <a:br>
              <a:rPr lang="en-US" b="1" cap="all" dirty="0"/>
            </a:b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C3C05F9-61A6-AB7C-9F9B-A0359553B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931" y="3060700"/>
            <a:ext cx="2466975" cy="2466975"/>
          </a:xfrm>
          <a:prstGeom prst="rect">
            <a:avLst/>
          </a:prstGeom>
        </p:spPr>
      </p:pic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2D46EE68-3614-11BC-0C90-AA88AE637753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Price: $36.00</a:t>
            </a:r>
          </a:p>
          <a:p>
            <a:r>
              <a:rPr lang="en-US" dirty="0">
                <a:latin typeface="+mj-lt"/>
              </a:rPr>
              <a:t>Size: 40oz</a:t>
            </a:r>
          </a:p>
          <a:p>
            <a:r>
              <a:rPr lang="en-US" dirty="0">
                <a:latin typeface="+mj-lt"/>
              </a:rPr>
              <a:t>Website: https://www.thehydrojug.com/products/fruit-punch-40oz-sport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4EE4E-1280-9C6B-C5E3-7EBBA4C0CB8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7F3BA-B3D3-BADC-DC53-C4D656B02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562445-9C69-DB9E-07F4-36FBE546F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216" y="873085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46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4CD0AC45-A80C-9C5E-8D9D-F86AF59D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46" y="327023"/>
            <a:ext cx="5931354" cy="5561465"/>
          </a:xfrm>
        </p:spPr>
        <p:txBody>
          <a:bodyPr/>
          <a:lstStyle/>
          <a:p>
            <a:pPr algn="l"/>
            <a:r>
              <a:rPr lang="en-US" sz="4800" dirty="0"/>
              <a:t>LULUCOLORS 18Pcs Candy‑Colored and Soft Touch Makeup Brush Set</a:t>
            </a:r>
            <a:br>
              <a:rPr lang="en-US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Price: $19.89</a:t>
            </a:r>
            <a:br>
              <a:rPr lang="en-US" sz="2400" dirty="0"/>
            </a:br>
            <a:r>
              <a:rPr lang="en-US" sz="2400" dirty="0"/>
              <a:t>Website: Amazon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14198-1EBF-4A12-3B15-25DDAE00D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2B8B865-6043-45BC-B48D-1676CB43D17A}" type="datetime1">
              <a:rPr lang="en-US" smtClean="0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B9AB64-5A6D-0A28-35B2-E8FA9D524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AFAB603-AB61-5AED-C5A6-A17EC1CFA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2394" y="1789113"/>
            <a:ext cx="3092450" cy="30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39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4FCF2-572A-FEC2-D0AD-723E966DF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Golf stuff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84634F-3949-BB2F-28A2-E0465C178A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40F26-4F1F-0269-9F83-F7E820DBE7D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AC4C5-BDF3-B2F2-A8A4-5B87EB50A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6678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76292"/>
            <a:ext cx="10907016" cy="922516"/>
          </a:xfrm>
        </p:spPr>
        <p:txBody>
          <a:bodyPr/>
          <a:lstStyle/>
          <a:p>
            <a:r>
              <a:rPr lang="en-US" dirty="0"/>
              <a:t>Golf clothes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88999" y="2343150"/>
            <a:ext cx="4873446" cy="29948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latin typeface="+mj-lt"/>
              </a:rPr>
              <a:t>Girls Perth Performance Quarter-Zip​</a:t>
            </a:r>
          </a:p>
          <a:p>
            <a:endParaRPr lang="en-US" sz="2800" dirty="0">
              <a:latin typeface="+mj-lt"/>
            </a:endParaRPr>
          </a:p>
          <a:p>
            <a:r>
              <a:rPr lang="en-US" sz="2800" dirty="0">
                <a:latin typeface="+mj-lt"/>
              </a:rPr>
              <a:t>Price: $75</a:t>
            </a:r>
          </a:p>
          <a:p>
            <a:r>
              <a:rPr lang="en-US" sz="2800" dirty="0">
                <a:latin typeface="+mj-lt"/>
              </a:rPr>
              <a:t>Size: Large</a:t>
            </a:r>
          </a:p>
          <a:p>
            <a:r>
              <a:rPr lang="en-US" dirty="0">
                <a:latin typeface="+mj-lt"/>
              </a:rPr>
              <a:t>Website: https://www.petermillar.com/p/girls-perth-performance-quarter-zip/ygf26ek40_OCNAR.html?dwvar_ygf26ek40_color=OCNAR​</a:t>
            </a:r>
          </a:p>
          <a:p>
            <a:endParaRPr lang="en-US" sz="2800" dirty="0">
              <a:latin typeface="+mj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429557" y="1948441"/>
            <a:ext cx="4940210" cy="3580688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n-US" sz="8000" dirty="0">
                <a:latin typeface="+mj-lt"/>
              </a:rPr>
              <a:t>M MAELREG Boys Golf Pants Stretch Flat Front Dress Athletic Casual Youth Golf Pants School Uniform Pants with Mesh​</a:t>
            </a:r>
          </a:p>
          <a:p>
            <a:r>
              <a:rPr lang="en-US" sz="4800" dirty="0">
                <a:latin typeface="+mj-lt"/>
              </a:rPr>
              <a:t>Price: $29.95</a:t>
            </a:r>
          </a:p>
          <a:p>
            <a:r>
              <a:rPr lang="en-US" sz="4800" dirty="0">
                <a:latin typeface="+mj-lt"/>
              </a:rPr>
              <a:t>Size: 10-11</a:t>
            </a:r>
            <a:endParaRPr lang="en-US" dirty="0">
              <a:latin typeface="+mj-lt"/>
            </a:endParaRPr>
          </a:p>
          <a:p>
            <a:pPr lvl="0" fontAlgn="base"/>
            <a:r>
              <a:rPr lang="en-US" dirty="0"/>
              <a:t>Website: https://www.amazon.com/MAELREG-Uniform-Pants-Performance-Resistant/dp/B0GF24SGBJ/ref=sr_1_5?crid=10772O64PLDIQ&amp;dib=eyJ2IjoiMSJ9.Qh-BsGZFzTbGRvza_YdQJynVh2Y6B_dvhHmtZWqYjZk0iJxETA9xeOjCBmgAIEf2S8912pynC15YbVAibYuTi6XOeK_o2OKJHUZleOKP647VOcBodUCMKMQDxkPr72xTQIS6t31AXKJz1w4ubU-SsP90Xly2ZDXFYyg336XgGyzcFd3auUT9OXeFzfeVK8Lny-IBi4gEUsaaYmtcQ7SCt9gG0jafQeMk4je4S-hqen2JR5Z4_6W8RD_pL7Avge11JKbchEIDkq2nIvZmxFYcPPizduhr7m-rJQhGOQtW7XY.7M8zICkQhtC4RiKxXwRZahnoWMz2RG5tXUwpddFzNrQ&amp;dib_tag=se&amp;keywords=golf%2Bwhite%2Bpants%2Bgirls&amp;qid=1789995327&amp;s=sporting-goods&amp;sprefix=golf%2Bwhite%2Bpants%2Bgirls%2Csporting%2C158&amp;sr=1-5&amp;th=1&amp;psc=1​</a:t>
            </a:r>
          </a:p>
          <a:p>
            <a:pPr lvl="0" fontAlgn="base"/>
            <a:r>
              <a:rPr lang="en-US" dirty="0"/>
              <a:t>​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F9C110-6207-0F51-F464-AFBEF993F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/>
          <a:lstStyle/>
          <a:p>
            <a:fld id="{8224D3FE-FC64-4F60-BC7C-E273976648BC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3542AA-82FB-8DD5-2A66-7F47BFF88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3" name="Picture 2" descr="Girls Perth Performance Quarter-Zip in OCEAN AIR">
            <a:extLst>
              <a:ext uri="{FF2B5EF4-FFF2-40B4-BE49-F238E27FC236}">
                <a16:creationId xmlns:a16="http://schemas.microsoft.com/office/drawing/2014/main" id="{2EC49D44-5985-1A98-FCC6-18C611F11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698" y="2623559"/>
            <a:ext cx="1821251" cy="14485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E9EAC3-13C2-A54E-6B6C-DEB6F81B6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4916" y="2956845"/>
            <a:ext cx="1632514" cy="1236313"/>
          </a:xfrm>
          <a:prstGeom prst="rect">
            <a:avLst/>
          </a:prstGeom>
        </p:spPr>
      </p:pic>
      <p:pic>
        <p:nvPicPr>
          <p:cNvPr id="10" name="Graphic 9" descr="Heart with solid fill">
            <a:extLst>
              <a:ext uri="{FF2B5EF4-FFF2-40B4-BE49-F238E27FC236}">
                <a16:creationId xmlns:a16="http://schemas.microsoft.com/office/drawing/2014/main" id="{2F98835F-9824-05F6-4CA4-AD32712941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09245" y="60558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8FA28-C657-FBAF-8C69-0F170857B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fontAlgn="base"/>
            <a:r>
              <a:rPr lang="en-US" sz="3200" dirty="0"/>
              <a:t>Nike Victory Pro 4</a:t>
            </a:r>
            <a:br>
              <a:rPr lang="en-US" sz="3200" dirty="0"/>
            </a:br>
            <a:br>
              <a:rPr lang="en-US" sz="2800" dirty="0"/>
            </a:br>
            <a:r>
              <a:rPr lang="en-US" sz="2000" dirty="0"/>
              <a:t>Color:</a:t>
            </a:r>
            <a:r>
              <a:rPr lang="en-US" dirty="0"/>
              <a:t> </a:t>
            </a:r>
            <a:r>
              <a:rPr lang="en-US" sz="2000" dirty="0"/>
              <a:t>Summit White/Court Blue/Metallic Silver/Obsidian</a:t>
            </a:r>
            <a:br>
              <a:rPr lang="en-US" dirty="0"/>
            </a:br>
            <a:r>
              <a:rPr lang="en-US" sz="2000" dirty="0"/>
              <a:t>Size: Men 4 /Women’s 5.5</a:t>
            </a:r>
            <a:br>
              <a:rPr lang="en-US" sz="2000" dirty="0"/>
            </a:br>
            <a:r>
              <a:rPr lang="en-US" sz="2000" dirty="0"/>
              <a:t>Website: Nike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6B04C-63AE-FDF3-9FCA-50BBFADDAC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89BDD90-4D26-167F-652B-EB61A0BE5625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t="3909" b="3909"/>
          <a:stretch/>
        </p:blipFill>
        <p:spPr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35676-4476-3F2D-0C07-CFF060A9621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66F41-708F-5B35-F1D7-2AF8C26BB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AA19DD-A116-29CD-02DD-9610A98FE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397" y="841806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73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CBE3517-F604-9E32-790A-A1B7B64D4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46" y="327023"/>
            <a:ext cx="5931354" cy="5561465"/>
          </a:xfrm>
        </p:spPr>
        <p:txBody>
          <a:bodyPr/>
          <a:lstStyle/>
          <a:p>
            <a:pPr algn="l"/>
            <a:r>
              <a:rPr lang="en-US" sz="2400" dirty="0"/>
              <a:t>Golf Club Covers Driver Head Covers Wood Cover Hybird Headcovers Set Leather Golf Accessories with Sof Lining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Price: $14.99</a:t>
            </a:r>
            <a:br>
              <a:rPr lang="en-US" sz="2400" dirty="0"/>
            </a:br>
            <a:r>
              <a:rPr lang="en-US" sz="2400" dirty="0"/>
              <a:t>Website: Amazon</a:t>
            </a:r>
            <a:br>
              <a:rPr lang="en-US" sz="2400" dirty="0"/>
            </a:br>
            <a:r>
              <a:rPr lang="en-US" sz="2400" dirty="0"/>
              <a:t>(wood)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dirty="0"/>
            </a:b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3387D5B-AA86-50EE-C4B5-38BBF45544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8661889" y="1788339"/>
            <a:ext cx="1213821" cy="3092539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D93F1-EB20-F066-8673-932A5B17B1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2B8B865-6043-45BC-B48D-1676CB43D17A}" type="datetime1">
              <a:rPr lang="en-US" smtClean="0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7B50FD-869F-A179-F143-15E518D9D2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4DCFE9-6A57-8B8F-F0AA-D698D19AB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217" y="1407880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37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46A1A-7046-D7DD-0C44-D7A90A319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/>
              <a:t>Craftsman Golf Airplane Send It 460cc Blue Driver Headcover Fairway Wood Hybrid Mallet Blade DF3 OZ.1 Putter Head Covers Alignment Stick Protector</a:t>
            </a:r>
            <a:br>
              <a:rPr lang="en-US" sz="2000" dirty="0"/>
            </a:br>
            <a:r>
              <a:rPr lang="en-US" sz="2000" dirty="0"/>
              <a:t>Price: $14.99</a:t>
            </a:r>
            <a:br>
              <a:rPr lang="en-US" sz="2000" dirty="0"/>
            </a:br>
            <a:r>
              <a:rPr lang="en-US" sz="2000" dirty="0"/>
              <a:t>Website: Amazon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4F2B958-2655-9B9F-BB8D-5DE7BA1B1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2394" y="1789113"/>
            <a:ext cx="3092450" cy="30924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05A5A-06CC-EA63-6F4E-32522F91079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2CF36-4FDB-1F59-2B4B-176E8311D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D14A54-28F6-FBDD-04AF-91091FB24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762" y="4655281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CF964-4AC1-27C7-2697-B60684622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Golf Club Head Cover Golf Head Cover Driver Headcover Fairway Wood Headcover Hybrid Club Head Cover</a:t>
            </a:r>
            <a:br>
              <a:rPr lang="en-US" dirty="0"/>
            </a:b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B30A0C6-BF05-22CE-E452-B643D7971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2318" y="3060700"/>
            <a:ext cx="906202" cy="2466975"/>
          </a:xfrm>
          <a:prstGeom prst="rect">
            <a:avLst/>
          </a:prstGeom>
        </p:spPr>
      </p:pic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BD868739-7EB9-4516-4C6F-E81B2573D50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Price: $21.99</a:t>
            </a:r>
          </a:p>
          <a:p>
            <a:r>
              <a:rPr lang="en-US" dirty="0">
                <a:latin typeface="+mj-lt"/>
              </a:rPr>
              <a:t>Website: Amazon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B48E5-A13D-C113-62E5-8987157D01A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13B16-1A72-1940-24B1-A0333FF7E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6B6D6C-C7FD-F8DC-1BB3-0D98688BD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8173" y="1194235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39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ADFE0-83C0-51D7-88D9-25EF807C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76292"/>
            <a:ext cx="10907016" cy="922516"/>
          </a:xfrm>
        </p:spPr>
        <p:txBody>
          <a:bodyPr anchor="ctr">
            <a:normAutofit/>
          </a:bodyPr>
          <a:lstStyle/>
          <a:p>
            <a:r>
              <a:rPr lang="en-US" sz="1500"/>
              <a:t>Craftsman Golf Pink Birdie Girly Style Golf Driver Headcover Mallet Blade Putter Covers OZ.1 MEZZ.1 MAX Gift for Women</a:t>
            </a:r>
            <a:br>
              <a:rPr lang="en-US" sz="1500"/>
            </a:br>
            <a:endParaRPr lang="en-US" sz="15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75B82-C80D-5C49-5DFB-DE7D04CB4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8998" y="2343150"/>
            <a:ext cx="6762631" cy="2994868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Price: $19.99</a:t>
            </a:r>
          </a:p>
          <a:p>
            <a:r>
              <a:rPr lang="en-US" dirty="0">
                <a:latin typeface="+mj-lt"/>
              </a:rPr>
              <a:t>Website: Amazon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111AB77-7504-3CD8-A412-9754C0FC748C}"/>
              </a:ext>
            </a:extLst>
          </p:cNvPr>
          <p:cNvPicPr>
            <a:picLocks noGrp="1" noChangeAspect="1"/>
          </p:cNvPicPr>
          <p:nvPr>
            <p:ph sz="half" idx="13"/>
          </p:nvPr>
        </p:nvPicPr>
        <p:blipFill>
          <a:blip r:embed="rId2"/>
          <a:stretch/>
        </p:blipFill>
        <p:spPr>
          <a:xfrm>
            <a:off x="9203419" y="2343150"/>
            <a:ext cx="1248679" cy="2990850"/>
          </a:xfrm>
          <a:prstGeom prst="rect">
            <a:avLst/>
          </a:prstGeom>
          <a:noFill/>
          <a:ln w="38100">
            <a:noFill/>
          </a:ln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9BB2EA-AE3E-B93C-E5C8-A2C2765D84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2B8B865-6043-45BC-B48D-1676CB43D17A}" type="datetime1">
              <a:rPr lang="en-US" smtClean="0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9A832-4CA4-A653-BF2B-6D9A6BEA8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D7E5DA-D870-D9DB-51B5-EE154C308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501" y="912223"/>
            <a:ext cx="914479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140044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DBD2F-D165-42B6-D103-ACE82AEA2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/>
              <a:t>TaylorMade Signature M4 Stand Bag</a:t>
            </a:r>
            <a:br>
              <a:rPr lang="en-US" sz="3600" dirty="0"/>
            </a:br>
            <a:r>
              <a:rPr lang="en-US" sz="3600" dirty="0"/>
              <a:t>Price:356.00</a:t>
            </a:r>
            <a:br>
              <a:rPr lang="en-US" sz="3600" dirty="0"/>
            </a:br>
            <a:r>
              <a:rPr lang="en-US" sz="3600" dirty="0"/>
              <a:t>Website: Amazon or TaylorMade</a:t>
            </a:r>
            <a:br>
              <a:rPr lang="en-US" sz="3600" dirty="0"/>
            </a:br>
            <a:br>
              <a:rPr lang="en-US" dirty="0"/>
            </a:b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Click on 2 times the next slide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BA30314-A4A6-49D7-25FF-4B4BB0B65F27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2"/>
          <a:srcRect t="2660" b="2660"/>
          <a:stretch/>
        </p:blipFill>
        <p:spPr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4527C-7D7D-8A29-B5E1-ED850D8650B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E6DFC-A1F8-B444-AB16-0DE56B82D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54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5E42-3387-705E-6876-C7D7FC0D6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913A9BA0-5A92-07EB-17EC-56E4952D541C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6"/>
          <a:srcRect l="15274" r="15274"/>
          <a:stretch/>
        </p:blipFill>
        <p:spPr>
          <a:xfrm>
            <a:off x="7487694" y="887186"/>
            <a:ext cx="4297680" cy="493776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3B805-58D2-B3C1-17A5-B3248848266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8B865-6043-45BC-B48D-1676CB43D17A}" type="datetime1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68D18-D1DD-F800-A052-CFDBB1EF2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11" name="Video 10" title="Audio wave animation">
            <a:hlinkClick r:id="" action="ppaction://media"/>
            <a:extLst>
              <a:ext uri="{FF2B5EF4-FFF2-40B4-BE49-F238E27FC236}">
                <a16:creationId xmlns:a16="http://schemas.microsoft.com/office/drawing/2014/main" id="{F0BBEB80-B306-B1C4-7ABA-D51F2CDAAA0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555064" y="3905299"/>
            <a:ext cx="4007052" cy="1350048"/>
          </a:xfrm>
          <a:prstGeom prst="rect">
            <a:avLst/>
          </a:prstGeom>
        </p:spPr>
      </p:pic>
      <p:pic>
        <p:nvPicPr>
          <p:cNvPr id="15" name="Video 14" title="Person Hitting A Golf Ball">
            <a:hlinkClick r:id="" action="ppaction://media"/>
            <a:extLst>
              <a:ext uri="{FF2B5EF4-FFF2-40B4-BE49-F238E27FC236}">
                <a16:creationId xmlns:a16="http://schemas.microsoft.com/office/drawing/2014/main" id="{E39FB6AA-D1AF-0484-3EF4-3E34809439B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-6123"/>
            <a:ext cx="12202885" cy="686412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CACB4C-92C9-8706-D4DF-D5292D2BCC1D}"/>
              </a:ext>
            </a:extLst>
          </p:cNvPr>
          <p:cNvSpPr txBox="1"/>
          <p:nvPr/>
        </p:nvSpPr>
        <p:spPr>
          <a:xfrm>
            <a:off x="4361600" y="1187956"/>
            <a:ext cx="46011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Edwardian Script ITC" panose="030303020407070D0804" pitchFamily="66" charset="0"/>
              </a:rPr>
              <a:t>Thank You for viewing</a:t>
            </a:r>
          </a:p>
        </p:txBody>
      </p:sp>
    </p:spTree>
    <p:extLst>
      <p:ext uri="{BB962C8B-B14F-4D97-AF65-F5344CB8AC3E}">
        <p14:creationId xmlns:p14="http://schemas.microsoft.com/office/powerpoint/2010/main" val="2281848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8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4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2191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 mute="1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Custom 89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8698DA"/>
      </a:accent1>
      <a:accent2>
        <a:srgbClr val="9EE0F8"/>
      </a:accent2>
      <a:accent3>
        <a:srgbClr val="C1F088"/>
      </a:accent3>
      <a:accent4>
        <a:srgbClr val="A4E4D2"/>
      </a:accent4>
      <a:accent5>
        <a:srgbClr val="FFBF8F"/>
      </a:accent5>
      <a:accent6>
        <a:srgbClr val="FABBB0"/>
      </a:accent6>
      <a:hlink>
        <a:srgbClr val="56C7AA"/>
      </a:hlink>
      <a:folHlink>
        <a:srgbClr val="59A8D1"/>
      </a:folHlink>
    </a:clrScheme>
    <a:fontScheme name="Custom 74">
      <a:majorFont>
        <a:latin typeface="Jumble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SL_V6" id="{D9DA734B-CC3F-4DBB-B6FE-0BB140309365}" vid="{69AD8D68-423B-4DFD-8A07-EF38EEF8EB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ppt/theme/themeOverride2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F5D90CE4722F547A08D8C370B5A76C0" ma:contentTypeVersion="15" ma:contentTypeDescription="Create a new document." ma:contentTypeScope="" ma:versionID="125edb7c93c0a26b09c6a8faa401f00f">
  <xsd:schema xmlns:xsd="http://www.w3.org/2001/XMLSchema" xmlns:xs="http://www.w3.org/2001/XMLSchema" xmlns:p="http://schemas.microsoft.com/office/2006/metadata/properties" xmlns:ns3="9b673a64-59c0-4aca-b343-424387195fb7" xmlns:ns4="bd3b6fd1-06a7-45cc-b5f1-621f3e0cbaa2" targetNamespace="http://schemas.microsoft.com/office/2006/metadata/properties" ma:root="true" ma:fieldsID="412b15259379c685d37930443c452c84" ns3:_="" ns4:_="">
    <xsd:import namespace="9b673a64-59c0-4aca-b343-424387195fb7"/>
    <xsd:import namespace="bd3b6fd1-06a7-45cc-b5f1-621f3e0cba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673a64-59c0-4aca-b343-424387195f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3b6fd1-06a7-45cc-b5f1-621f3e0cbaa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b673a64-59c0-4aca-b343-424387195fb7" xsi:nil="true"/>
    <_activity xmlns="9b673a64-59c0-4aca-b343-424387195fb7" xsi:nil="true"/>
  </documentManagement>
</p:properties>
</file>

<file path=customXml/itemProps1.xml><?xml version="1.0" encoding="utf-8"?>
<ds:datastoreItem xmlns:ds="http://schemas.openxmlformats.org/officeDocument/2006/customXml" ds:itemID="{F55A16D6-EDBE-419D-AF8F-74F00E41AF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E4F172-A2F0-4EA7-831F-552C7B2AA7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673a64-59c0-4aca-b343-424387195fb7"/>
    <ds:schemaRef ds:uri="bd3b6fd1-06a7-45cc-b5f1-621f3e0cba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5BF1A99-35F0-4B73-B737-B4DCDCD8CA57}">
  <ds:schemaRefs>
    <ds:schemaRef ds:uri="http://purl.org/dc/dcmitype/"/>
    <ds:schemaRef ds:uri="bd3b6fd1-06a7-45cc-b5f1-621f3e0cbaa2"/>
    <ds:schemaRef ds:uri="http://purl.org/dc/elements/1.1/"/>
    <ds:schemaRef ds:uri="http://schemas.microsoft.com/office/2006/documentManagement/types"/>
    <ds:schemaRef ds:uri="9b673a64-59c0-4aca-b343-424387195fb7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Fluorescent presentation</Template>
  <TotalTime>815</TotalTime>
  <Words>1193</Words>
  <Application>Microsoft Office PowerPoint</Application>
  <PresentationFormat>Widescreen</PresentationFormat>
  <Paragraphs>186</Paragraphs>
  <Slides>35</Slides>
  <Notes>12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Aptos</vt:lpstr>
      <vt:lpstr>Arial</vt:lpstr>
      <vt:lpstr>Calibri</vt:lpstr>
      <vt:lpstr>Century Gothic</vt:lpstr>
      <vt:lpstr>Edwardian Script ITC</vt:lpstr>
      <vt:lpstr>Jumble</vt:lpstr>
      <vt:lpstr>Custom</vt:lpstr>
      <vt:lpstr>2026 Wishlist</vt:lpstr>
      <vt:lpstr>KEY</vt:lpstr>
      <vt:lpstr>Clothes</vt:lpstr>
      <vt:lpstr>Ashlyn striped top  price:$20 website: https://us.brandymelville.com/products/ashlyn-striped-top-3​</vt:lpstr>
      <vt:lpstr>Hollister Feel Good Oversized Dot Hoodie​  price: $49.95 Size:xss</vt:lpstr>
      <vt:lpstr>Hollister Feel Good Classic Fit Raglan Hoodie​</vt:lpstr>
      <vt:lpstr>Hollister Feel Good California Graphic Bootcut Sweatpants​  Price:$44.99 Size: xxs length: regular</vt:lpstr>
      <vt:lpstr>PAUL FRANK Julius Head Unisex Tee </vt:lpstr>
      <vt:lpstr>    Website: https://www.tillys.com/product/paul-frank-julius-beanie-unisex-tee/455146501.html?utm_source=Pinterest&amp;utm_medium=organic&amp;epik=dj0yJnU9eEF1VHRRMk5VZlBTRGNVSDRzRjJPeEJUZnlQOUZvNjAmcD0wJm49UXhhLXZ3ZGZqVEo0NFFoUHdIUWpTdyZ0PUFBQUFBR3JWRWpB </vt:lpstr>
      <vt:lpstr>Women's Nuggets 1.5" Split Shorts</vt:lpstr>
      <vt:lpstr>Women's Nuggets 1.5" Split Shorts</vt:lpstr>
      <vt:lpstr>Women's Lowmel​  price:$150 Size: Women’s 5.5 </vt:lpstr>
      <vt:lpstr>Women's Classic Ultra Mini </vt:lpstr>
      <vt:lpstr>Women's Momentum Low-Top Sneakers White Lace </vt:lpstr>
      <vt:lpstr>Jewelry</vt:lpstr>
      <vt:lpstr>Items</vt:lpstr>
      <vt:lpstr>Adopt Me! Neon Unicorn Light-Up Plush - Soft and Cuddly - Three Light-Up Modes - Toys for Kids​</vt:lpstr>
      <vt:lpstr>HUAHUU Vanity Desk with Mirror and Lights, Makeup Vanity Desk with Lights 3 Colors, Transparent Top Vanity with 2 RGB Drawers, 6 Shelves, Large Tempered Cabinet, Power Outlet, for Bedroom, White  price: $129.89 Color: white Really want  </vt:lpstr>
      <vt:lpstr>Sweetcrispy Vanity Stool Chair with Storage, Ottoman Faux Fur Soft Padded Makeup Footstools Seat with 4 Metal Legs Anti-Slip Adjustable Feet Modern Cute Small Footrest for Home Entryway Bedroom White  </vt:lpstr>
      <vt:lpstr>REEF LIFE  </vt:lpstr>
      <vt:lpstr>Polly Pocket™ Kids Self-Care Set </vt:lpstr>
      <vt:lpstr>Hatch Restore 3 | Science-Backed Sleep Audio, Circadian Lighting (Putty) </vt:lpstr>
      <vt:lpstr>LEGO Minifigure Unicorn Girl 17" Plush Character </vt:lpstr>
      <vt:lpstr>Lego Minifigure Butterfly Girl with Flowers 12" Plush Character  price:$32.99 Website: Amazon</vt:lpstr>
      <vt:lpstr>Fruit Punch </vt:lpstr>
      <vt:lpstr>LULUCOLORS 18Pcs Candy‑Colored and Soft Touch Makeup Brush Set   Price: $19.89 Website: Amazon </vt:lpstr>
      <vt:lpstr>Golf stuff</vt:lpstr>
      <vt:lpstr>Golf clothes</vt:lpstr>
      <vt:lpstr>Nike Victory Pro 4  Color: Summit White/Court Blue/Metallic Silver/Obsidian Size: Men 4 /Women’s 5.5 Website: Nike  </vt:lpstr>
      <vt:lpstr>Golf Club Covers Driver Head Covers Wood Cover Hybird Headcovers Set Leather Golf Accessories with Sof Lining  Price: $14.99 Website: Amazon (wood)      </vt:lpstr>
      <vt:lpstr>Craftsman Golf Airplane Send It 460cc Blue Driver Headcover Fairway Wood Hybrid Mallet Blade DF3 OZ.1 Putter Head Covers Alignment Stick Protector Price: $14.99 Website: Amazon </vt:lpstr>
      <vt:lpstr>Golf Club Head Cover Golf Head Cover Driver Headcover Fairway Wood Headcover Hybrid Club Head Cover </vt:lpstr>
      <vt:lpstr>Craftsman Golf Pink Birdie Girly Style Golf Driver Headcover Mallet Blade Putter Covers OZ.1 MEZZ.1 MAX Gift for Women </vt:lpstr>
      <vt:lpstr>TaylorMade Signature M4 Stand Bag Price:356.00 Website: Amazon or TaylorMade  Click on 2 times the next slide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Arianna Marray (LPA Student)</dc:creator>
  <cp:lastModifiedBy>Arianna Marray (LPA Student)</cp:lastModifiedBy>
  <cp:revision>1</cp:revision>
  <dcterms:created xsi:type="dcterms:W3CDTF">2026-10-03T01:50:03Z</dcterms:created>
  <dcterms:modified xsi:type="dcterms:W3CDTF">2026-10-19T01:58:09Z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0x0101008F5D90CE4722F547A08D8C370B5A76C0</vt:lpwstr>
  </property>
</Properties>
</file>